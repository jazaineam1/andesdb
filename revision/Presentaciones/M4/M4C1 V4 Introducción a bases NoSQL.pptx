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 id="214748367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y="13716000" cx="24384000"/>
  <p:notesSz cx="6858000" cy="9144000"/>
  <p:embeddedFontLst>
    <p:embeddedFont>
      <p:font typeface="Roboto"/>
      <p:regular r:id="rId88"/>
      <p:bold r:id="rId89"/>
      <p:italic r:id="rId90"/>
      <p:boldItalic r:id="rId91"/>
    </p:embeddedFont>
    <p:embeddedFont>
      <p:font typeface="Lato"/>
      <p:regular r:id="rId92"/>
      <p:bold r:id="rId93"/>
      <p:italic r:id="rId94"/>
      <p:boldItalic r:id="rId95"/>
    </p:embeddedFont>
    <p:embeddedFont>
      <p:font typeface="Lato Black"/>
      <p:bold r:id="rId96"/>
      <p:boldItalic r:id="rId97"/>
    </p:embeddedFont>
    <p:embeddedFont>
      <p:font typeface="Helvetica Neue"/>
      <p:regular r:id="rId98"/>
      <p:bold r:id="rId99"/>
      <p:italic r:id="rId100"/>
      <p:boldItalic r:id="rId101"/>
    </p:embeddedFont>
    <p:embeddedFont>
      <p:font typeface="Helvetica Neue Light"/>
      <p:regular r:id="rId102"/>
      <p:bold r:id="rId103"/>
      <p:italic r:id="rId104"/>
      <p:boldItalic r:id="rId105"/>
    </p:embeddedFont>
    <p:embeddedFont>
      <p:font typeface="Roboto Mono"/>
      <p:regular r:id="rId106"/>
      <p:bold r:id="rId107"/>
      <p:italic r:id="rId108"/>
      <p:boldItalic r:id="rId10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20">
          <p15:clr>
            <a:srgbClr val="A4A3A4"/>
          </p15:clr>
        </p15:guide>
        <p15:guide id="2" pos="7680">
          <p15:clr>
            <a:srgbClr val="A4A3A4"/>
          </p15:clr>
        </p15:guide>
      </p15:sldGuideLst>
    </p:ext>
    <p:ext uri="GoogleSlidesCustomDataVersion2">
      <go:slidesCustomData xmlns:go="http://customooxmlschemas.google.com/" r:id="rId110" roundtripDataSignature="AMtx7mi7AfMWYrHQ8t5Eb27ui8eEfiMV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20" orient="horz"/>
        <p:guide pos="76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font" Target="fonts/RobotoMono-bold.fntdata"/><Relationship Id="rId106" Type="http://schemas.openxmlformats.org/officeDocument/2006/relationships/font" Target="fonts/RobotoMono-regular.fntdata"/><Relationship Id="rId105" Type="http://schemas.openxmlformats.org/officeDocument/2006/relationships/font" Target="fonts/HelveticaNeueLight-boldItalic.fntdata"/><Relationship Id="rId104" Type="http://schemas.openxmlformats.org/officeDocument/2006/relationships/font" Target="fonts/HelveticaNeueLight-italic.fntdata"/><Relationship Id="rId109" Type="http://schemas.openxmlformats.org/officeDocument/2006/relationships/font" Target="fonts/RobotoMono-boldItalic.fntdata"/><Relationship Id="rId108" Type="http://schemas.openxmlformats.org/officeDocument/2006/relationships/font" Target="fonts/RobotoMono-italic.fntdata"/><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font" Target="fonts/HelveticaNeueLight-bold.fntdata"/><Relationship Id="rId102" Type="http://schemas.openxmlformats.org/officeDocument/2006/relationships/font" Target="fonts/HelveticaNeueLight-regular.fntdata"/><Relationship Id="rId101" Type="http://schemas.openxmlformats.org/officeDocument/2006/relationships/font" Target="fonts/HelveticaNeue-boldItalic.fntdata"/><Relationship Id="rId100" Type="http://schemas.openxmlformats.org/officeDocument/2006/relationships/font" Target="fonts/HelveticaNeue-italic.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95" Type="http://schemas.openxmlformats.org/officeDocument/2006/relationships/font" Target="fonts/Lato-boldItalic.fntdata"/><Relationship Id="rId94" Type="http://schemas.openxmlformats.org/officeDocument/2006/relationships/font" Target="fonts/Lato-italic.fntdata"/><Relationship Id="rId97" Type="http://schemas.openxmlformats.org/officeDocument/2006/relationships/font" Target="fonts/LatoBlack-boldItalic.fntdata"/><Relationship Id="rId96" Type="http://schemas.openxmlformats.org/officeDocument/2006/relationships/font" Target="fonts/LatoBlack-bold.fntdata"/><Relationship Id="rId11" Type="http://schemas.openxmlformats.org/officeDocument/2006/relationships/slide" Target="slides/slide4.xml"/><Relationship Id="rId99" Type="http://schemas.openxmlformats.org/officeDocument/2006/relationships/font" Target="fonts/HelveticaNeue-bold.fntdata"/><Relationship Id="rId10" Type="http://schemas.openxmlformats.org/officeDocument/2006/relationships/slide" Target="slides/slide3.xml"/><Relationship Id="rId98" Type="http://schemas.openxmlformats.org/officeDocument/2006/relationships/font" Target="fonts/HelveticaNeue-regular.fntdata"/><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font" Target="fonts/Roboto-boldItalic.fntdata"/><Relationship Id="rId90" Type="http://schemas.openxmlformats.org/officeDocument/2006/relationships/font" Target="fonts/Roboto-italic.fntdata"/><Relationship Id="rId93" Type="http://schemas.openxmlformats.org/officeDocument/2006/relationships/font" Target="fonts/Lato-bold.fntdata"/><Relationship Id="rId92" Type="http://schemas.openxmlformats.org/officeDocument/2006/relationships/font" Target="fonts/Lato-regular.fntdata"/><Relationship Id="rId15" Type="http://schemas.openxmlformats.org/officeDocument/2006/relationships/slide" Target="slides/slide8.xml"/><Relationship Id="rId110" Type="http://customschemas.google.com/relationships/presentationmetadata" Target="metadata"/><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font" Target="fonts/Roboto-regular.fntdata"/><Relationship Id="rId87" Type="http://schemas.openxmlformats.org/officeDocument/2006/relationships/slide" Target="slides/slide80.xml"/><Relationship Id="rId89" Type="http://schemas.openxmlformats.org/officeDocument/2006/relationships/font" Target="fonts/Roboto-bold.fntdata"/><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1pPr>
            <a:lvl2pPr indent="-228600" lvl="1" marL="914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2pPr>
            <a:lvl3pPr indent="-228600" lvl="2" marL="1371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3pPr>
            <a:lvl4pPr indent="-228600" lvl="3" marL="1828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4pPr>
            <a:lvl5pPr indent="-228600" lvl="4" marL="22860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5pPr>
            <a:lvl6pPr indent="-228600" lvl="5" marL="2743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6pPr>
            <a:lvl7pPr indent="-228600" lvl="6" marL="3200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7pPr>
            <a:lvl8pPr indent="-228600" lvl="7" marL="3657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8pPr>
            <a:lvl9pPr indent="-228600" lvl="8" marL="4114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google.com/search?safe=active&amp;sca_esv=348adf5b6927ae42&amp;rlz=1C1GCCU_esCO1162CO1162&amp;q=Atomicity&amp;sa=X&amp;ved=2ahUKEwjH_NyUsN6PAxWHSzABHXeoDZ8QxccNegQIHxAB&amp;mstk=AUtExfBfXWiK7002U-rxTamvBM0PLQOKTg6b4iTGY5NBlMrqMRO-lrgUGlpNsXzmpuAzdTPU_xU2AHSwaFHhJ5srpF8G98w_8EiZ-q8OIsMus239pI4VQnSQEGULOQzMy0fbi-kKPGiXR5rvBN6vE690Pku5U0QEPox9U4cofxlOtIiESn8&amp;csui=3" TargetMode="External"/><Relationship Id="rId3" Type="http://schemas.openxmlformats.org/officeDocument/2006/relationships/hyperlink" Target="https://www.google.com/search?safe=active&amp;sca_esv=348adf5b6927ae42&amp;rlz=1C1GCCU_esCO1162CO1162&amp;q=Consistency&amp;sa=X&amp;ved=2ahUKEwjH_NyUsN6PAxWHSzABHXeoDZ8QxccNegUIkQEQAQ&amp;mstk=AUtExfBfXWiK7002U-rxTamvBM0PLQOKTg6b4iTGY5NBlMrqMRO-lrgUGlpNsXzmpuAzdTPU_xU2AHSwaFHhJ5srpF8G98w_8EiZ-q8OIsMus239pI4VQnSQEGULOQzMy0fbi-kKPGiXR5rvBN6vE690Pku5U0QEPox9U4cofxlOtIiESn8&amp;csui=3" TargetMode="External"/><Relationship Id="rId4" Type="http://schemas.openxmlformats.org/officeDocument/2006/relationships/hyperlink" Target="https://www.google.com/search?safe=active&amp;sca_esv=348adf5b6927ae42&amp;rlz=1C1GCCU_esCO1162CO1162&amp;q=Isolation&amp;sa=X&amp;ved=2ahUKEwjH_NyUsN6PAxWHSzABHXeoDZ8QxccNegUIhQEQAQ&amp;mstk=AUtExfBfXWiK7002U-rxTamvBM0PLQOKTg6b4iTGY5NBlMrqMRO-lrgUGlpNsXzmpuAzdTPU_xU2AHSwaFHhJ5srpF8G98w_8EiZ-q8OIsMus239pI4VQnSQEGULOQzMy0fbi-kKPGiXR5rvBN6vE690Pku5U0QEPox9U4cofxlOtIiESn8&amp;csui=3" TargetMode="External"/><Relationship Id="rId5" Type="http://schemas.openxmlformats.org/officeDocument/2006/relationships/hyperlink" Target="https://www.google.com/search?safe=active&amp;sca_esv=348adf5b6927ae42&amp;rlz=1C1GCCU_esCO1162CO1162&amp;q=Durability&amp;sa=X&amp;ved=2ahUKEwjH_NyUsN6PAxWHSzABHXeoDZ8QxccNegUIhAEQAQ&amp;mstk=AUtExfBfXWiK7002U-rxTamvBM0PLQOKTg6b4iTGY5NBlMrqMRO-lrgUGlpNsXzmpuAzdTPU_xU2AHSwaFHhJ5srpF8G98w_8EiZ-q8OIsMus239pI4VQnSQEGULOQzMy0fbi-kKPGiXR5rvBN6vE690Pku5U0QEPox9U4cofxlOtIiESn8&amp;csui=3"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36" name="Google Shape;23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6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5" name="Google Shape;255;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56" name="Google Shape;256;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rPr lang="es-MX" sz="2400"/>
              <a:t>Por ejemplo, en MongoDB o Firebase Firestore (bases NoSQL orientadas a documentos), un documento JSON puede contener campos anidados y cada documento de una colección podría tener campos diferentes sin problema.</a:t>
            </a:r>
            <a:endParaRPr/>
          </a:p>
          <a:p>
            <a:pPr indent="0" lvl="0" marL="0" rtl="0" algn="l">
              <a:lnSpc>
                <a:spcPct val="117999"/>
              </a:lnSpc>
              <a:spcBef>
                <a:spcPts val="0"/>
              </a:spcBef>
              <a:spcAft>
                <a:spcPts val="0"/>
              </a:spcAft>
              <a:buSzPts val="1400"/>
              <a:buNone/>
            </a:pPr>
            <a:r>
              <a:t/>
            </a:r>
            <a:endParaRPr/>
          </a:p>
        </p:txBody>
      </p:sp>
      <p:sp>
        <p:nvSpPr>
          <p:cNvPr id="266" name="Google Shape;266;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75" name="Google Shape;275;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6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6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p6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 name="Google Shape;342;p6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1" name="Google Shape;351;p6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9" name="Google Shape;369;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br>
              <a:rPr lang="es-MX" sz="2400"/>
            </a:br>
            <a:endParaRPr/>
          </a:p>
        </p:txBody>
      </p:sp>
      <p:sp>
        <p:nvSpPr>
          <p:cNvPr id="370" name="Google Shape;370;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2" name="Google Shape;382;p6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p6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11" name="Google Shape;41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6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27" name="Google Shape;427;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7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44" name="Google Shape;444;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9" name="Google Shape;459;p7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9" name="Google Shape;479;p7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7" name="Google Shape;497;p7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2" name="Google Shape;512;p7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1" name="Google Shape;521;p7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8" name="Google Shape;538;p7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39" name="Google Shape;539;p7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4" name="Google Shape;544;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45" name="Google Shape;54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3" name="Google Shape;553;p7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54" name="Google Shape;554;p7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9" name="Google Shape;569;p7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70" name="Google Shape;570;p7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304800" lvl="0" marL="457200" rtl="0" algn="l">
              <a:lnSpc>
                <a:spcPct val="150000"/>
              </a:lnSpc>
              <a:spcBef>
                <a:spcPts val="800"/>
              </a:spcBef>
              <a:spcAft>
                <a:spcPts val="0"/>
              </a:spcAft>
              <a:buClr>
                <a:srgbClr val="001D35"/>
              </a:buClr>
              <a:buSzPts val="1200"/>
              <a:buChar char="●"/>
            </a:pPr>
            <a:r>
              <a:rPr b="1" lang="es-MX" sz="1200" u="sng">
                <a:solidFill>
                  <a:schemeClr val="hlink"/>
                </a:solidFill>
                <a:highlight>
                  <a:srgbClr val="FFFFFF"/>
                </a:highlight>
                <a:latin typeface="Arial"/>
                <a:ea typeface="Arial"/>
                <a:cs typeface="Arial"/>
                <a:sym typeface="Arial"/>
                <a:hlinkClick r:id="rId2"/>
              </a:rPr>
              <a:t>Atomicity</a:t>
            </a:r>
            <a:r>
              <a:rPr b="1" lang="es-MX" sz="1200">
                <a:solidFill>
                  <a:srgbClr val="001D35"/>
                </a:solidFill>
                <a:highlight>
                  <a:srgbClr val="FFFFFF"/>
                </a:highlight>
                <a:latin typeface="Arial"/>
                <a:ea typeface="Arial"/>
                <a:cs typeface="Arial"/>
                <a:sym typeface="Arial"/>
              </a:rPr>
              <a:t>:</a:t>
            </a:r>
            <a:r>
              <a:rPr lang="es-MX" sz="1200">
                <a:solidFill>
                  <a:srgbClr val="001D35"/>
                </a:solidFill>
                <a:highlight>
                  <a:srgbClr val="FFFFFF"/>
                </a:highlight>
                <a:latin typeface="Arial"/>
                <a:ea typeface="Arial"/>
                <a:cs typeface="Arial"/>
                <a:sym typeface="Arial"/>
              </a:rPr>
              <a:t> This property treats a transaction as an "all-or-nothing" operation. If any part of the transaction fails, the entire transaction is rolled back, and the database returns to its state before the transaction began.</a:t>
            </a:r>
            <a:endParaRPr sz="1200">
              <a:solidFill>
                <a:srgbClr val="001D35"/>
              </a:solidFill>
              <a:highlight>
                <a:srgbClr val="FFFFFF"/>
              </a:highlight>
              <a:latin typeface="Arial"/>
              <a:ea typeface="Arial"/>
              <a:cs typeface="Arial"/>
              <a:sym typeface="Arial"/>
            </a:endParaRPr>
          </a:p>
          <a:p>
            <a:pPr indent="-304800" lvl="0" marL="457200" rtl="0" algn="l">
              <a:lnSpc>
                <a:spcPct val="150000"/>
              </a:lnSpc>
              <a:spcBef>
                <a:spcPts val="0"/>
              </a:spcBef>
              <a:spcAft>
                <a:spcPts val="0"/>
              </a:spcAft>
              <a:buClr>
                <a:srgbClr val="001D35"/>
              </a:buClr>
              <a:buSzPts val="1200"/>
              <a:buChar char="●"/>
            </a:pPr>
            <a:r>
              <a:rPr b="1" lang="es-MX" sz="1200" u="sng">
                <a:solidFill>
                  <a:schemeClr val="hlink"/>
                </a:solidFill>
                <a:highlight>
                  <a:srgbClr val="FFFFFF"/>
                </a:highlight>
                <a:latin typeface="Arial"/>
                <a:ea typeface="Arial"/>
                <a:cs typeface="Arial"/>
                <a:sym typeface="Arial"/>
                <a:hlinkClick r:id="rId3"/>
              </a:rPr>
              <a:t>Consistency</a:t>
            </a:r>
            <a:r>
              <a:rPr b="1" lang="es-MX" sz="1200">
                <a:solidFill>
                  <a:srgbClr val="001D35"/>
                </a:solidFill>
                <a:highlight>
                  <a:srgbClr val="FFFFFF"/>
                </a:highlight>
                <a:latin typeface="Arial"/>
                <a:ea typeface="Arial"/>
                <a:cs typeface="Arial"/>
                <a:sym typeface="Arial"/>
              </a:rPr>
              <a:t>:</a:t>
            </a:r>
            <a:r>
              <a:rPr lang="es-MX" sz="1200">
                <a:solidFill>
                  <a:srgbClr val="001D35"/>
                </a:solidFill>
                <a:highlight>
                  <a:srgbClr val="FFFFFF"/>
                </a:highlight>
                <a:latin typeface="Arial"/>
                <a:ea typeface="Arial"/>
                <a:cs typeface="Arial"/>
                <a:sym typeface="Arial"/>
              </a:rPr>
              <a:t> Every transaction brings the database from one valid state to another. This means all data must follow defined rules, constraints, and schemas, ensuring structural integrity.</a:t>
            </a:r>
            <a:endParaRPr sz="1200">
              <a:solidFill>
                <a:srgbClr val="001D35"/>
              </a:solidFill>
              <a:highlight>
                <a:srgbClr val="FFFFFF"/>
              </a:highlight>
              <a:latin typeface="Arial"/>
              <a:ea typeface="Arial"/>
              <a:cs typeface="Arial"/>
              <a:sym typeface="Arial"/>
            </a:endParaRPr>
          </a:p>
          <a:p>
            <a:pPr indent="-304800" lvl="0" marL="457200" rtl="0" algn="l">
              <a:lnSpc>
                <a:spcPct val="150000"/>
              </a:lnSpc>
              <a:spcBef>
                <a:spcPts val="0"/>
              </a:spcBef>
              <a:spcAft>
                <a:spcPts val="0"/>
              </a:spcAft>
              <a:buClr>
                <a:srgbClr val="001D35"/>
              </a:buClr>
              <a:buSzPts val="1200"/>
              <a:buChar char="●"/>
            </a:pPr>
            <a:r>
              <a:rPr b="1" lang="es-MX" sz="1200" u="sng">
                <a:solidFill>
                  <a:schemeClr val="hlink"/>
                </a:solidFill>
                <a:highlight>
                  <a:srgbClr val="FFFFFF"/>
                </a:highlight>
                <a:latin typeface="Arial"/>
                <a:ea typeface="Arial"/>
                <a:cs typeface="Arial"/>
                <a:sym typeface="Arial"/>
                <a:hlinkClick r:id="rId4"/>
              </a:rPr>
              <a:t>Isolation</a:t>
            </a:r>
            <a:r>
              <a:rPr b="1" lang="es-MX" sz="1200">
                <a:solidFill>
                  <a:srgbClr val="001D35"/>
                </a:solidFill>
                <a:highlight>
                  <a:srgbClr val="FFFFFF"/>
                </a:highlight>
                <a:latin typeface="Arial"/>
                <a:ea typeface="Arial"/>
                <a:cs typeface="Arial"/>
                <a:sym typeface="Arial"/>
              </a:rPr>
              <a:t>:</a:t>
            </a:r>
            <a:r>
              <a:rPr lang="es-MX" sz="1200">
                <a:solidFill>
                  <a:srgbClr val="001D35"/>
                </a:solidFill>
                <a:highlight>
                  <a:srgbClr val="FFFFFF"/>
                </a:highlight>
                <a:latin typeface="Arial"/>
                <a:ea typeface="Arial"/>
                <a:cs typeface="Arial"/>
                <a:sym typeface="Arial"/>
              </a:rPr>
              <a:t> This property ensures that concurrent transactions occur separately from one another. It prevents one transaction from interfering with the outcome of another, creating an illusion that each transaction is running alone.</a:t>
            </a:r>
            <a:endParaRPr sz="1200">
              <a:solidFill>
                <a:srgbClr val="001D35"/>
              </a:solidFill>
              <a:highlight>
                <a:srgbClr val="FFFFFF"/>
              </a:highlight>
              <a:latin typeface="Arial"/>
              <a:ea typeface="Arial"/>
              <a:cs typeface="Arial"/>
              <a:sym typeface="Arial"/>
            </a:endParaRPr>
          </a:p>
          <a:p>
            <a:pPr indent="-304800" lvl="0" marL="457200" rtl="0" algn="l">
              <a:lnSpc>
                <a:spcPct val="150000"/>
              </a:lnSpc>
              <a:spcBef>
                <a:spcPts val="0"/>
              </a:spcBef>
              <a:spcAft>
                <a:spcPts val="0"/>
              </a:spcAft>
              <a:buClr>
                <a:srgbClr val="001D35"/>
              </a:buClr>
              <a:buSzPts val="1200"/>
              <a:buChar char="●"/>
            </a:pPr>
            <a:r>
              <a:rPr b="1" lang="es-MX" sz="1200" u="sng">
                <a:solidFill>
                  <a:schemeClr val="hlink"/>
                </a:solidFill>
                <a:highlight>
                  <a:srgbClr val="FFFFFF"/>
                </a:highlight>
                <a:latin typeface="Arial"/>
                <a:ea typeface="Arial"/>
                <a:cs typeface="Arial"/>
                <a:sym typeface="Arial"/>
                <a:hlinkClick r:id="rId5"/>
              </a:rPr>
              <a:t>Durability</a:t>
            </a:r>
            <a:r>
              <a:rPr b="1" lang="es-MX" sz="1200">
                <a:solidFill>
                  <a:srgbClr val="001D35"/>
                </a:solidFill>
                <a:highlight>
                  <a:srgbClr val="FFFFFF"/>
                </a:highlight>
                <a:latin typeface="Arial"/>
                <a:ea typeface="Arial"/>
                <a:cs typeface="Arial"/>
                <a:sym typeface="Arial"/>
              </a:rPr>
              <a:t>:</a:t>
            </a:r>
            <a:r>
              <a:rPr lang="es-MX" sz="1200">
                <a:solidFill>
                  <a:srgbClr val="001D35"/>
                </a:solidFill>
                <a:highlight>
                  <a:srgbClr val="FFFFFF"/>
                </a:highlight>
                <a:latin typeface="Arial"/>
                <a:ea typeface="Arial"/>
                <a:cs typeface="Arial"/>
                <a:sym typeface="Arial"/>
              </a:rPr>
              <a:t> Once a transaction has been successfully committed, its changes are permanent and will survive even if the system crashes or experiences a power loss.</a:t>
            </a:r>
            <a:endParaRPr sz="1200">
              <a:solidFill>
                <a:srgbClr val="001D35"/>
              </a:solidFill>
              <a:highlight>
                <a:srgbClr val="FFFFFF"/>
              </a:highlight>
              <a:latin typeface="Arial"/>
              <a:ea typeface="Arial"/>
              <a:cs typeface="Arial"/>
              <a:sym typeface="Arial"/>
            </a:endParaRPr>
          </a:p>
          <a:p>
            <a:pPr indent="0" lvl="0" marL="0" rtl="0" algn="l">
              <a:lnSpc>
                <a:spcPct val="117999"/>
              </a:lnSpc>
              <a:spcBef>
                <a:spcPts val="1500"/>
              </a:spcBef>
              <a:spcAft>
                <a:spcPts val="0"/>
              </a:spcAft>
              <a:buSzPts val="1400"/>
              <a:buNone/>
            </a:pPr>
            <a:r>
              <a:t/>
            </a:r>
            <a:endParaRPr/>
          </a:p>
        </p:txBody>
      </p:sp>
      <p:sp>
        <p:nvSpPr>
          <p:cNvPr id="584" name="Google Shape;584;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2" name="Google Shape;592;p7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b="1" i="0" sz="2200">
              <a:latin typeface="Helvetica Neue"/>
              <a:ea typeface="Helvetica Neue"/>
              <a:cs typeface="Helvetica Neue"/>
              <a:sym typeface="Helvetica Neue"/>
            </a:endParaRPr>
          </a:p>
        </p:txBody>
      </p:sp>
      <p:sp>
        <p:nvSpPr>
          <p:cNvPr id="593" name="Google Shape;593;p7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2" name="Google Shape;622;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rPr lang="es-MX" sz="2400"/>
              <a:t>En resumen: una base relacional ofrece </a:t>
            </a:r>
            <a:r>
              <a:rPr b="1" lang="es-MX" sz="2400"/>
              <a:t>alta integridad y consistencia</a:t>
            </a:r>
            <a:r>
              <a:rPr lang="es-MX" sz="2400"/>
              <a:t> a cambio de menor velocidad, mientras que una NoSQL ofrece </a:t>
            </a:r>
            <a:r>
              <a:rPr b="1" lang="es-MX" sz="2400"/>
              <a:t>mayor rapidez y escalabilidad</a:t>
            </a:r>
            <a:r>
              <a:rPr lang="es-MX" sz="2400"/>
              <a:t> a cambio de una integridad ligeramente menor en momentos dados</a:t>
            </a:r>
            <a:br>
              <a:rPr lang="es-MX" sz="2400"/>
            </a:br>
            <a:endParaRPr/>
          </a:p>
        </p:txBody>
      </p:sp>
      <p:sp>
        <p:nvSpPr>
          <p:cNvPr id="623" name="Google Shape;623;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1" name="Google Shape;631;p8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32" name="Google Shape;632;p8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63b7f3fb40_0_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42" name="Google Shape;642;g363b7f3fb40_0_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63b7f3fb40_0_5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59" name="Google Shape;659;g363b7f3fb40_0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7" name="Google Shape;677;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br>
              <a:rPr lang="es-MX" sz="2400"/>
            </a:br>
            <a:endParaRPr/>
          </a:p>
        </p:txBody>
      </p:sp>
      <p:sp>
        <p:nvSpPr>
          <p:cNvPr id="678" name="Google Shape;678;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6" name="Google Shape;686;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br>
              <a:rPr lang="es-MX" sz="2400"/>
            </a:br>
            <a:endParaRPr/>
          </a:p>
        </p:txBody>
      </p:sp>
      <p:sp>
        <p:nvSpPr>
          <p:cNvPr id="687" name="Google Shape;687;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5" name="Google Shape;695;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96" name="Google Shape;696;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1" name="Google Shape;701;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br>
              <a:rPr lang="es-MX" sz="2400"/>
            </a:br>
            <a:endParaRPr/>
          </a:p>
        </p:txBody>
      </p:sp>
      <p:sp>
        <p:nvSpPr>
          <p:cNvPr id="702" name="Google Shape;702;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1" name="Google Shape;711;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br>
              <a:rPr lang="es-MX" sz="2400"/>
            </a:br>
            <a:endParaRPr/>
          </a:p>
        </p:txBody>
      </p:sp>
      <p:sp>
        <p:nvSpPr>
          <p:cNvPr id="712" name="Google Shape;712;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4" name="Google Shape;724;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br>
              <a:rPr lang="es-MX" sz="2400"/>
            </a:br>
            <a:endParaRPr/>
          </a:p>
        </p:txBody>
      </p:sp>
      <p:sp>
        <p:nvSpPr>
          <p:cNvPr id="725" name="Google Shape;725;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4" name="Google Shape;734;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br>
              <a:rPr lang="es-MX" sz="2400"/>
            </a:br>
            <a:endParaRPr/>
          </a:p>
        </p:txBody>
      </p:sp>
      <p:sp>
        <p:nvSpPr>
          <p:cNvPr id="735" name="Google Shape;735;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4" name="Google Shape;744;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br>
              <a:rPr lang="es-MX" sz="2400"/>
            </a:br>
            <a:endParaRPr/>
          </a:p>
        </p:txBody>
      </p:sp>
      <p:sp>
        <p:nvSpPr>
          <p:cNvPr id="745" name="Google Shape;745;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8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53" name="Google Shape;753;p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1" name="Google Shape;771;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72" name="Google Shape;772;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7" name="Google Shape;777;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br>
              <a:rPr lang="es-MX" sz="2400"/>
            </a:br>
            <a:endParaRPr/>
          </a:p>
        </p:txBody>
      </p:sp>
      <p:sp>
        <p:nvSpPr>
          <p:cNvPr id="778" name="Google Shape;778;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6" name="Google Shape;786;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br>
              <a:rPr lang="es-MX" sz="2400"/>
            </a:br>
            <a:endParaRPr/>
          </a:p>
        </p:txBody>
      </p:sp>
      <p:sp>
        <p:nvSpPr>
          <p:cNvPr id="787" name="Google Shape;787;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5" name="Google Shape;795;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96" name="Google Shape;796;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1" name="Google Shape;801;p8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02" name="Google Shape;802;p8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7" name="Google Shape;807;p8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08" name="Google Shape;808;p8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7" name="Google Shape;817;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18" name="Google Shape;818;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7" name="Google Shape;827;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28" name="Google Shape;828;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7" name="Google Shape;837;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38" name="Google Shape;838;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7" name="Google Shape;847;p8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48" name="Google Shape;848;p8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6" name="Google Shape;856;p8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57" name="Google Shape;857;p8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7" name="Google Shape;867;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68" name="Google Shape;868;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4" name="Google Shape;884;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85" name="Google Shape;885;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3" name="Google Shape;893;p8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rPr lang="es-MX"/>
              <a:t>En esta sesión nos centraremos en </a:t>
            </a:r>
            <a:r>
              <a:rPr b="1" lang="es-MX"/>
              <a:t>cómo diseñar e implementar un modelo de datos no relacional</a:t>
            </a:r>
            <a:r>
              <a:rPr lang="es-MX"/>
              <a:t>, aprovechando las ventajas de NoSQL que comentamos. Veremos principios de modelado (especialmente la </a:t>
            </a:r>
            <a:r>
              <a:rPr b="1" lang="es-MX"/>
              <a:t>desnormalización</a:t>
            </a:r>
            <a:r>
              <a:rPr lang="es-MX"/>
              <a:t> de datos) y patrones comunes. Luego aplicaremos esto en el contexto de </a:t>
            </a:r>
            <a:r>
              <a:rPr b="1" lang="es-MX"/>
              <a:t>Google Firebase Firestore</a:t>
            </a:r>
            <a:r>
              <a:rPr lang="es-MX"/>
              <a:t>, realizando consultas y operaciones para afianzar la parte práctica.</a:t>
            </a:r>
            <a:endParaRPr/>
          </a:p>
        </p:txBody>
      </p:sp>
      <p:sp>
        <p:nvSpPr>
          <p:cNvPr id="894" name="Google Shape;894;p8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9" name="Google Shape;899;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00" name="Google Shape;900;p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1" name="Google Shape;911;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12" name="Google Shape;912;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4" name="Google Shape;924;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1" name="Google Shape;931;p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8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38" name="Google Shape;938;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5" name="Google Shape;945;p8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br>
              <a:rPr lang="es-MX" sz="2400"/>
            </a:br>
            <a:endParaRPr/>
          </a:p>
        </p:txBody>
      </p:sp>
      <p:sp>
        <p:nvSpPr>
          <p:cNvPr id="946" name="Google Shape;946;p8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MX" sz="1800" u="none" cap="none" strike="noStrike">
                <a:solidFill>
                  <a:schemeClr val="dk1"/>
                </a:solidFill>
                <a:latin typeface="Helvetica Neue Light"/>
                <a:ea typeface="Helvetica Neue Light"/>
                <a:cs typeface="Helvetica Neue Light"/>
                <a:sym typeface="Helvetica Neue Light"/>
              </a:rPr>
              <a:t>‹#›</a:t>
            </a:fld>
            <a:endParaRPr b="0" i="0" sz="18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p8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54" name="Google Shape;954;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p9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62" name="Google Shape;962;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9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70" name="Google Shape;970;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p9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79" name="Google Shape;979;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p9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87" name="Google Shape;987;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9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95" name="Google Shape;995;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p9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03" name="Google Shape;1003;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p9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11" name="Google Shape;1011;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p9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19" name="Google Shape;1019;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p9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26" name="Google Shape;1026;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p9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33" name="Google Shape;1033;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p10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41" name="Google Shape;1041;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p10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49" name="Google Shape;1049;p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p10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57" name="Google Shape;1057;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10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65" name="Google Shape;1065;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p10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73" name="Google Shape;1073;p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p10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81" name="Google Shape;1081;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p10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89" name="Google Shape;1089;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p10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96" name="Google Shape;1096;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3" name="Google Shape;1103;p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104" name="Google Shape;1104;p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MX"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tx">
  <p:cSld name="TITLE_AND_BODY">
    <p:spTree>
      <p:nvGrpSpPr>
        <p:cNvPr id="11" name="Shape 11"/>
        <p:cNvGrpSpPr/>
        <p:nvPr/>
      </p:nvGrpSpPr>
      <p:grpSpPr>
        <a:xfrm>
          <a:off x="0" y="0"/>
          <a:ext cx="0" cy="0"/>
          <a:chOff x="0" y="0"/>
          <a:chExt cx="0" cy="0"/>
        </a:xfrm>
      </p:grpSpPr>
      <p:sp>
        <p:nvSpPr>
          <p:cNvPr id="12" name="Google Shape;12;p37"/>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3" name="Shape 13"/>
        <p:cNvGrpSpPr/>
        <p:nvPr/>
      </p:nvGrpSpPr>
      <p:grpSpPr>
        <a:xfrm>
          <a:off x="0" y="0"/>
          <a:ext cx="0" cy="0"/>
          <a:chOff x="0" y="0"/>
          <a:chExt cx="0" cy="0"/>
        </a:xfrm>
      </p:grpSpPr>
      <p:sp>
        <p:nvSpPr>
          <p:cNvPr id="14" name="Google Shape;14;p40"/>
          <p:cNvSpPr txBox="1"/>
          <p:nvPr>
            <p:ph type="title"/>
          </p:nvPr>
        </p:nvSpPr>
        <p:spPr>
          <a:xfrm>
            <a:off x="1676400" y="730251"/>
            <a:ext cx="21031200" cy="26511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40"/>
          <p:cNvSpPr txBox="1"/>
          <p:nvPr>
            <p:ph idx="1" type="body"/>
          </p:nvPr>
        </p:nvSpPr>
        <p:spPr>
          <a:xfrm>
            <a:off x="1676400" y="3651250"/>
            <a:ext cx="21031200" cy="870267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000"/>
              </a:spcBef>
              <a:spcAft>
                <a:spcPts val="0"/>
              </a:spcAft>
              <a:buClr>
                <a:schemeClr val="dk1"/>
              </a:buClr>
              <a:buSzPts val="1800"/>
              <a:buChar char="•"/>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0"/>
              </a:spcAft>
              <a:buClr>
                <a:schemeClr val="dk1"/>
              </a:buClr>
              <a:buSzPts val="1800"/>
              <a:buChar char="•"/>
              <a:defRPr/>
            </a:lvl9pPr>
          </a:lstStyle>
          <a:p/>
        </p:txBody>
      </p:sp>
      <p:sp>
        <p:nvSpPr>
          <p:cNvPr id="16" name="Google Shape;16;p40"/>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40"/>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40"/>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9" name="Shape 19"/>
        <p:cNvGrpSpPr/>
        <p:nvPr/>
      </p:nvGrpSpPr>
      <p:grpSpPr>
        <a:xfrm>
          <a:off x="0" y="0"/>
          <a:ext cx="0" cy="0"/>
          <a:chOff x="0" y="0"/>
          <a:chExt cx="0" cy="0"/>
        </a:xfrm>
      </p:grpSpPr>
      <p:sp>
        <p:nvSpPr>
          <p:cNvPr id="20" name="Google Shape;20;p42"/>
          <p:cNvSpPr txBox="1"/>
          <p:nvPr>
            <p:ph type="ctrTitle"/>
          </p:nvPr>
        </p:nvSpPr>
        <p:spPr>
          <a:xfrm>
            <a:off x="3048000" y="2244726"/>
            <a:ext cx="18288000" cy="47752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12000"/>
              <a:buFont typeface="Calibri"/>
              <a:buNone/>
              <a:defRPr sz="1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2"/>
          <p:cNvSpPr txBox="1"/>
          <p:nvPr>
            <p:ph idx="1" type="subTitle"/>
          </p:nvPr>
        </p:nvSpPr>
        <p:spPr>
          <a:xfrm>
            <a:off x="3048000" y="7204076"/>
            <a:ext cx="18288000" cy="3311524"/>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2000"/>
              </a:spcBef>
              <a:spcAft>
                <a:spcPts val="0"/>
              </a:spcAft>
              <a:buClr>
                <a:schemeClr val="dk1"/>
              </a:buClr>
              <a:buSzPts val="4800"/>
              <a:buNone/>
              <a:defRPr sz="4800"/>
            </a:lvl1pPr>
            <a:lvl2pPr lvl="1" algn="ctr">
              <a:lnSpc>
                <a:spcPct val="90000"/>
              </a:lnSpc>
              <a:spcBef>
                <a:spcPts val="1000"/>
              </a:spcBef>
              <a:spcAft>
                <a:spcPts val="0"/>
              </a:spcAft>
              <a:buClr>
                <a:schemeClr val="dk1"/>
              </a:buClr>
              <a:buSzPts val="4000"/>
              <a:buNone/>
              <a:defRPr sz="4000"/>
            </a:lvl2pPr>
            <a:lvl3pPr lvl="2" algn="ctr">
              <a:lnSpc>
                <a:spcPct val="90000"/>
              </a:lnSpc>
              <a:spcBef>
                <a:spcPts val="1000"/>
              </a:spcBef>
              <a:spcAft>
                <a:spcPts val="0"/>
              </a:spcAft>
              <a:buClr>
                <a:schemeClr val="dk1"/>
              </a:buClr>
              <a:buSzPts val="3600"/>
              <a:buNone/>
              <a:defRPr sz="3600"/>
            </a:lvl3pPr>
            <a:lvl4pPr lvl="3" algn="ctr">
              <a:lnSpc>
                <a:spcPct val="90000"/>
              </a:lnSpc>
              <a:spcBef>
                <a:spcPts val="1000"/>
              </a:spcBef>
              <a:spcAft>
                <a:spcPts val="0"/>
              </a:spcAft>
              <a:buClr>
                <a:schemeClr val="dk1"/>
              </a:buClr>
              <a:buSzPts val="3200"/>
              <a:buNone/>
              <a:defRPr sz="3200"/>
            </a:lvl4pPr>
            <a:lvl5pPr lvl="4" algn="ctr">
              <a:lnSpc>
                <a:spcPct val="90000"/>
              </a:lnSpc>
              <a:spcBef>
                <a:spcPts val="1000"/>
              </a:spcBef>
              <a:spcAft>
                <a:spcPts val="0"/>
              </a:spcAft>
              <a:buClr>
                <a:schemeClr val="dk1"/>
              </a:buClr>
              <a:buSzPts val="3200"/>
              <a:buNone/>
              <a:defRPr sz="3200"/>
            </a:lvl5pPr>
            <a:lvl6pPr lvl="5" algn="ctr">
              <a:lnSpc>
                <a:spcPct val="90000"/>
              </a:lnSpc>
              <a:spcBef>
                <a:spcPts val="1000"/>
              </a:spcBef>
              <a:spcAft>
                <a:spcPts val="0"/>
              </a:spcAft>
              <a:buClr>
                <a:schemeClr val="dk1"/>
              </a:buClr>
              <a:buSzPts val="3200"/>
              <a:buNone/>
              <a:defRPr sz="3200"/>
            </a:lvl6pPr>
            <a:lvl7pPr lvl="6" algn="ctr">
              <a:lnSpc>
                <a:spcPct val="90000"/>
              </a:lnSpc>
              <a:spcBef>
                <a:spcPts val="1000"/>
              </a:spcBef>
              <a:spcAft>
                <a:spcPts val="0"/>
              </a:spcAft>
              <a:buClr>
                <a:schemeClr val="dk1"/>
              </a:buClr>
              <a:buSzPts val="3200"/>
              <a:buNone/>
              <a:defRPr sz="3200"/>
            </a:lvl7pPr>
            <a:lvl8pPr lvl="7" algn="ctr">
              <a:lnSpc>
                <a:spcPct val="90000"/>
              </a:lnSpc>
              <a:spcBef>
                <a:spcPts val="1000"/>
              </a:spcBef>
              <a:spcAft>
                <a:spcPts val="0"/>
              </a:spcAft>
              <a:buClr>
                <a:schemeClr val="dk1"/>
              </a:buClr>
              <a:buSzPts val="3200"/>
              <a:buNone/>
              <a:defRPr sz="3200"/>
            </a:lvl8pPr>
            <a:lvl9pPr lvl="8" algn="ctr">
              <a:lnSpc>
                <a:spcPct val="90000"/>
              </a:lnSpc>
              <a:spcBef>
                <a:spcPts val="1000"/>
              </a:spcBef>
              <a:spcAft>
                <a:spcPts val="0"/>
              </a:spcAft>
              <a:buClr>
                <a:schemeClr val="dk1"/>
              </a:buClr>
              <a:buSzPts val="3200"/>
              <a:buNone/>
              <a:defRPr sz="3200"/>
            </a:lvl9pPr>
          </a:lstStyle>
          <a:p/>
        </p:txBody>
      </p:sp>
      <p:sp>
        <p:nvSpPr>
          <p:cNvPr id="22" name="Google Shape;22;p42"/>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2"/>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2"/>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5" name="Shape 25"/>
        <p:cNvGrpSpPr/>
        <p:nvPr/>
      </p:nvGrpSpPr>
      <p:grpSpPr>
        <a:xfrm>
          <a:off x="0" y="0"/>
          <a:ext cx="0" cy="0"/>
          <a:chOff x="0" y="0"/>
          <a:chExt cx="0" cy="0"/>
        </a:xfrm>
      </p:grpSpPr>
      <p:sp>
        <p:nvSpPr>
          <p:cNvPr id="26" name="Google Shape;26;p43"/>
          <p:cNvSpPr txBox="1"/>
          <p:nvPr>
            <p:ph type="title"/>
          </p:nvPr>
        </p:nvSpPr>
        <p:spPr>
          <a:xfrm>
            <a:off x="1663700" y="3419477"/>
            <a:ext cx="21031200" cy="570547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2000"/>
              <a:buFont typeface="Calibri"/>
              <a:buNone/>
              <a:defRPr sz="1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3"/>
          <p:cNvSpPr txBox="1"/>
          <p:nvPr>
            <p:ph idx="1" type="body"/>
          </p:nvPr>
        </p:nvSpPr>
        <p:spPr>
          <a:xfrm>
            <a:off x="1663700" y="9178927"/>
            <a:ext cx="21031200" cy="300037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2000"/>
              </a:spcBef>
              <a:spcAft>
                <a:spcPts val="0"/>
              </a:spcAft>
              <a:buClr>
                <a:srgbClr val="888888"/>
              </a:buClr>
              <a:buSzPts val="4800"/>
              <a:buNone/>
              <a:defRPr sz="4800">
                <a:solidFill>
                  <a:srgbClr val="888888"/>
                </a:solidFill>
              </a:defRPr>
            </a:lvl1pPr>
            <a:lvl2pPr indent="-228600" lvl="1" marL="914400" algn="l">
              <a:lnSpc>
                <a:spcPct val="90000"/>
              </a:lnSpc>
              <a:spcBef>
                <a:spcPts val="1000"/>
              </a:spcBef>
              <a:spcAft>
                <a:spcPts val="0"/>
              </a:spcAft>
              <a:buClr>
                <a:srgbClr val="888888"/>
              </a:buClr>
              <a:buSzPts val="4000"/>
              <a:buNone/>
              <a:defRPr sz="4000">
                <a:solidFill>
                  <a:srgbClr val="888888"/>
                </a:solidFill>
              </a:defRPr>
            </a:lvl2pPr>
            <a:lvl3pPr indent="-228600" lvl="2" marL="1371600" algn="l">
              <a:lnSpc>
                <a:spcPct val="90000"/>
              </a:lnSpc>
              <a:spcBef>
                <a:spcPts val="1000"/>
              </a:spcBef>
              <a:spcAft>
                <a:spcPts val="0"/>
              </a:spcAft>
              <a:buClr>
                <a:srgbClr val="888888"/>
              </a:buClr>
              <a:buSzPts val="3600"/>
              <a:buNone/>
              <a:defRPr sz="3600">
                <a:solidFill>
                  <a:srgbClr val="888888"/>
                </a:solidFill>
              </a:defRPr>
            </a:lvl3pPr>
            <a:lvl4pPr indent="-228600" lvl="3" marL="1828800" algn="l">
              <a:lnSpc>
                <a:spcPct val="90000"/>
              </a:lnSpc>
              <a:spcBef>
                <a:spcPts val="1000"/>
              </a:spcBef>
              <a:spcAft>
                <a:spcPts val="0"/>
              </a:spcAft>
              <a:buClr>
                <a:srgbClr val="888888"/>
              </a:buClr>
              <a:buSzPts val="3200"/>
              <a:buNone/>
              <a:defRPr sz="3200">
                <a:solidFill>
                  <a:srgbClr val="888888"/>
                </a:solidFill>
              </a:defRPr>
            </a:lvl4pPr>
            <a:lvl5pPr indent="-228600" lvl="4" marL="2286000" algn="l">
              <a:lnSpc>
                <a:spcPct val="90000"/>
              </a:lnSpc>
              <a:spcBef>
                <a:spcPts val="1000"/>
              </a:spcBef>
              <a:spcAft>
                <a:spcPts val="0"/>
              </a:spcAft>
              <a:buClr>
                <a:srgbClr val="888888"/>
              </a:buClr>
              <a:buSzPts val="3200"/>
              <a:buNone/>
              <a:defRPr sz="3200">
                <a:solidFill>
                  <a:srgbClr val="888888"/>
                </a:solidFill>
              </a:defRPr>
            </a:lvl5pPr>
            <a:lvl6pPr indent="-228600" lvl="5" marL="2743200" algn="l">
              <a:lnSpc>
                <a:spcPct val="90000"/>
              </a:lnSpc>
              <a:spcBef>
                <a:spcPts val="1000"/>
              </a:spcBef>
              <a:spcAft>
                <a:spcPts val="0"/>
              </a:spcAft>
              <a:buClr>
                <a:srgbClr val="888888"/>
              </a:buClr>
              <a:buSzPts val="3200"/>
              <a:buNone/>
              <a:defRPr sz="3200">
                <a:solidFill>
                  <a:srgbClr val="888888"/>
                </a:solidFill>
              </a:defRPr>
            </a:lvl6pPr>
            <a:lvl7pPr indent="-228600" lvl="6" marL="3200400" algn="l">
              <a:lnSpc>
                <a:spcPct val="90000"/>
              </a:lnSpc>
              <a:spcBef>
                <a:spcPts val="1000"/>
              </a:spcBef>
              <a:spcAft>
                <a:spcPts val="0"/>
              </a:spcAft>
              <a:buClr>
                <a:srgbClr val="888888"/>
              </a:buClr>
              <a:buSzPts val="3200"/>
              <a:buNone/>
              <a:defRPr sz="3200">
                <a:solidFill>
                  <a:srgbClr val="888888"/>
                </a:solidFill>
              </a:defRPr>
            </a:lvl7pPr>
            <a:lvl8pPr indent="-228600" lvl="7" marL="3657600" algn="l">
              <a:lnSpc>
                <a:spcPct val="90000"/>
              </a:lnSpc>
              <a:spcBef>
                <a:spcPts val="1000"/>
              </a:spcBef>
              <a:spcAft>
                <a:spcPts val="0"/>
              </a:spcAft>
              <a:buClr>
                <a:srgbClr val="888888"/>
              </a:buClr>
              <a:buSzPts val="3200"/>
              <a:buNone/>
              <a:defRPr sz="3200">
                <a:solidFill>
                  <a:srgbClr val="888888"/>
                </a:solidFill>
              </a:defRPr>
            </a:lvl8pPr>
            <a:lvl9pPr indent="-228600" lvl="8" marL="4114800" algn="l">
              <a:lnSpc>
                <a:spcPct val="90000"/>
              </a:lnSpc>
              <a:spcBef>
                <a:spcPts val="1000"/>
              </a:spcBef>
              <a:spcAft>
                <a:spcPts val="0"/>
              </a:spcAft>
              <a:buClr>
                <a:srgbClr val="888888"/>
              </a:buClr>
              <a:buSzPts val="3200"/>
              <a:buNone/>
              <a:defRPr sz="3200">
                <a:solidFill>
                  <a:srgbClr val="888888"/>
                </a:solidFill>
              </a:defRPr>
            </a:lvl9pPr>
          </a:lstStyle>
          <a:p/>
        </p:txBody>
      </p:sp>
      <p:sp>
        <p:nvSpPr>
          <p:cNvPr id="28" name="Google Shape;28;p43"/>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3"/>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3"/>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1" name="Shape 31"/>
        <p:cNvGrpSpPr/>
        <p:nvPr/>
      </p:nvGrpSpPr>
      <p:grpSpPr>
        <a:xfrm>
          <a:off x="0" y="0"/>
          <a:ext cx="0" cy="0"/>
          <a:chOff x="0" y="0"/>
          <a:chExt cx="0" cy="0"/>
        </a:xfrm>
      </p:grpSpPr>
      <p:sp>
        <p:nvSpPr>
          <p:cNvPr id="32" name="Google Shape;32;p44"/>
          <p:cNvSpPr txBox="1"/>
          <p:nvPr>
            <p:ph type="title"/>
          </p:nvPr>
        </p:nvSpPr>
        <p:spPr>
          <a:xfrm>
            <a:off x="1676400" y="730251"/>
            <a:ext cx="21031200" cy="26511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4"/>
          <p:cNvSpPr txBox="1"/>
          <p:nvPr>
            <p:ph idx="1" type="body"/>
          </p:nvPr>
        </p:nvSpPr>
        <p:spPr>
          <a:xfrm>
            <a:off x="1676400" y="3651250"/>
            <a:ext cx="10363200" cy="870267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000"/>
              </a:spcBef>
              <a:spcAft>
                <a:spcPts val="0"/>
              </a:spcAft>
              <a:buClr>
                <a:schemeClr val="dk1"/>
              </a:buClr>
              <a:buSzPts val="1800"/>
              <a:buChar char="•"/>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0"/>
              </a:spcAft>
              <a:buClr>
                <a:schemeClr val="dk1"/>
              </a:buClr>
              <a:buSzPts val="1800"/>
              <a:buChar char="•"/>
              <a:defRPr/>
            </a:lvl9pPr>
          </a:lstStyle>
          <a:p/>
        </p:txBody>
      </p:sp>
      <p:sp>
        <p:nvSpPr>
          <p:cNvPr id="34" name="Google Shape;34;p44"/>
          <p:cNvSpPr txBox="1"/>
          <p:nvPr>
            <p:ph idx="2" type="body"/>
          </p:nvPr>
        </p:nvSpPr>
        <p:spPr>
          <a:xfrm>
            <a:off x="12344400" y="3651250"/>
            <a:ext cx="10363200" cy="870267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000"/>
              </a:spcBef>
              <a:spcAft>
                <a:spcPts val="0"/>
              </a:spcAft>
              <a:buClr>
                <a:schemeClr val="dk1"/>
              </a:buClr>
              <a:buSzPts val="1800"/>
              <a:buChar char="•"/>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0"/>
              </a:spcAft>
              <a:buClr>
                <a:schemeClr val="dk1"/>
              </a:buClr>
              <a:buSzPts val="1800"/>
              <a:buChar char="•"/>
              <a:defRPr/>
            </a:lvl9pPr>
          </a:lstStyle>
          <a:p/>
        </p:txBody>
      </p:sp>
      <p:sp>
        <p:nvSpPr>
          <p:cNvPr id="35" name="Google Shape;35;p44"/>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4"/>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4"/>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8" name="Shape 38"/>
        <p:cNvGrpSpPr/>
        <p:nvPr/>
      </p:nvGrpSpPr>
      <p:grpSpPr>
        <a:xfrm>
          <a:off x="0" y="0"/>
          <a:ext cx="0" cy="0"/>
          <a:chOff x="0" y="0"/>
          <a:chExt cx="0" cy="0"/>
        </a:xfrm>
      </p:grpSpPr>
      <p:sp>
        <p:nvSpPr>
          <p:cNvPr id="39" name="Google Shape;39;p45"/>
          <p:cNvSpPr txBox="1"/>
          <p:nvPr>
            <p:ph type="title"/>
          </p:nvPr>
        </p:nvSpPr>
        <p:spPr>
          <a:xfrm>
            <a:off x="1679576" y="730251"/>
            <a:ext cx="21031200" cy="26511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45"/>
          <p:cNvSpPr txBox="1"/>
          <p:nvPr>
            <p:ph idx="1" type="body"/>
          </p:nvPr>
        </p:nvSpPr>
        <p:spPr>
          <a:xfrm>
            <a:off x="1679577" y="3362326"/>
            <a:ext cx="10315574" cy="164782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2000"/>
              </a:spcBef>
              <a:spcAft>
                <a:spcPts val="0"/>
              </a:spcAft>
              <a:buClr>
                <a:schemeClr val="dk1"/>
              </a:buClr>
              <a:buSzPts val="4800"/>
              <a:buNone/>
              <a:defRPr b="1" sz="4800"/>
            </a:lvl1pPr>
            <a:lvl2pPr indent="-228600" lvl="1" marL="914400" algn="l">
              <a:lnSpc>
                <a:spcPct val="90000"/>
              </a:lnSpc>
              <a:spcBef>
                <a:spcPts val="1000"/>
              </a:spcBef>
              <a:spcAft>
                <a:spcPts val="0"/>
              </a:spcAft>
              <a:buClr>
                <a:schemeClr val="dk1"/>
              </a:buClr>
              <a:buSzPts val="4000"/>
              <a:buNone/>
              <a:defRPr b="1" sz="4000"/>
            </a:lvl2pPr>
            <a:lvl3pPr indent="-228600" lvl="2" marL="1371600" algn="l">
              <a:lnSpc>
                <a:spcPct val="90000"/>
              </a:lnSpc>
              <a:spcBef>
                <a:spcPts val="1000"/>
              </a:spcBef>
              <a:spcAft>
                <a:spcPts val="0"/>
              </a:spcAft>
              <a:buClr>
                <a:schemeClr val="dk1"/>
              </a:buClr>
              <a:buSzPts val="3600"/>
              <a:buNone/>
              <a:defRPr b="1" sz="3600"/>
            </a:lvl3pPr>
            <a:lvl4pPr indent="-228600" lvl="3" marL="1828800" algn="l">
              <a:lnSpc>
                <a:spcPct val="90000"/>
              </a:lnSpc>
              <a:spcBef>
                <a:spcPts val="1000"/>
              </a:spcBef>
              <a:spcAft>
                <a:spcPts val="0"/>
              </a:spcAft>
              <a:buClr>
                <a:schemeClr val="dk1"/>
              </a:buClr>
              <a:buSzPts val="3200"/>
              <a:buNone/>
              <a:defRPr b="1" sz="3200"/>
            </a:lvl4pPr>
            <a:lvl5pPr indent="-228600" lvl="4" marL="2286000" algn="l">
              <a:lnSpc>
                <a:spcPct val="90000"/>
              </a:lnSpc>
              <a:spcBef>
                <a:spcPts val="1000"/>
              </a:spcBef>
              <a:spcAft>
                <a:spcPts val="0"/>
              </a:spcAft>
              <a:buClr>
                <a:schemeClr val="dk1"/>
              </a:buClr>
              <a:buSzPts val="3200"/>
              <a:buNone/>
              <a:defRPr b="1" sz="3200"/>
            </a:lvl5pPr>
            <a:lvl6pPr indent="-228600" lvl="5" marL="2743200" algn="l">
              <a:lnSpc>
                <a:spcPct val="90000"/>
              </a:lnSpc>
              <a:spcBef>
                <a:spcPts val="1000"/>
              </a:spcBef>
              <a:spcAft>
                <a:spcPts val="0"/>
              </a:spcAft>
              <a:buClr>
                <a:schemeClr val="dk1"/>
              </a:buClr>
              <a:buSzPts val="3200"/>
              <a:buNone/>
              <a:defRPr b="1" sz="3200"/>
            </a:lvl6pPr>
            <a:lvl7pPr indent="-228600" lvl="6" marL="3200400" algn="l">
              <a:lnSpc>
                <a:spcPct val="90000"/>
              </a:lnSpc>
              <a:spcBef>
                <a:spcPts val="1000"/>
              </a:spcBef>
              <a:spcAft>
                <a:spcPts val="0"/>
              </a:spcAft>
              <a:buClr>
                <a:schemeClr val="dk1"/>
              </a:buClr>
              <a:buSzPts val="3200"/>
              <a:buNone/>
              <a:defRPr b="1" sz="3200"/>
            </a:lvl7pPr>
            <a:lvl8pPr indent="-228600" lvl="7" marL="3657600" algn="l">
              <a:lnSpc>
                <a:spcPct val="90000"/>
              </a:lnSpc>
              <a:spcBef>
                <a:spcPts val="1000"/>
              </a:spcBef>
              <a:spcAft>
                <a:spcPts val="0"/>
              </a:spcAft>
              <a:buClr>
                <a:schemeClr val="dk1"/>
              </a:buClr>
              <a:buSzPts val="3200"/>
              <a:buNone/>
              <a:defRPr b="1" sz="3200"/>
            </a:lvl8pPr>
            <a:lvl9pPr indent="-228600" lvl="8" marL="4114800" algn="l">
              <a:lnSpc>
                <a:spcPct val="90000"/>
              </a:lnSpc>
              <a:spcBef>
                <a:spcPts val="1000"/>
              </a:spcBef>
              <a:spcAft>
                <a:spcPts val="0"/>
              </a:spcAft>
              <a:buClr>
                <a:schemeClr val="dk1"/>
              </a:buClr>
              <a:buSzPts val="3200"/>
              <a:buNone/>
              <a:defRPr b="1" sz="3200"/>
            </a:lvl9pPr>
          </a:lstStyle>
          <a:p/>
        </p:txBody>
      </p:sp>
      <p:sp>
        <p:nvSpPr>
          <p:cNvPr id="41" name="Google Shape;41;p45"/>
          <p:cNvSpPr txBox="1"/>
          <p:nvPr>
            <p:ph idx="2" type="body"/>
          </p:nvPr>
        </p:nvSpPr>
        <p:spPr>
          <a:xfrm>
            <a:off x="1679577" y="5010150"/>
            <a:ext cx="10315574" cy="736917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000"/>
              </a:spcBef>
              <a:spcAft>
                <a:spcPts val="0"/>
              </a:spcAft>
              <a:buClr>
                <a:schemeClr val="dk1"/>
              </a:buClr>
              <a:buSzPts val="1800"/>
              <a:buChar char="•"/>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0"/>
              </a:spcAft>
              <a:buClr>
                <a:schemeClr val="dk1"/>
              </a:buClr>
              <a:buSzPts val="1800"/>
              <a:buChar char="•"/>
              <a:defRPr/>
            </a:lvl9pPr>
          </a:lstStyle>
          <a:p/>
        </p:txBody>
      </p:sp>
      <p:sp>
        <p:nvSpPr>
          <p:cNvPr id="42" name="Google Shape;42;p45"/>
          <p:cNvSpPr txBox="1"/>
          <p:nvPr>
            <p:ph idx="3" type="body"/>
          </p:nvPr>
        </p:nvSpPr>
        <p:spPr>
          <a:xfrm>
            <a:off x="12344400" y="3362326"/>
            <a:ext cx="10366376" cy="164782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2000"/>
              </a:spcBef>
              <a:spcAft>
                <a:spcPts val="0"/>
              </a:spcAft>
              <a:buClr>
                <a:schemeClr val="dk1"/>
              </a:buClr>
              <a:buSzPts val="4800"/>
              <a:buNone/>
              <a:defRPr b="1" sz="4800"/>
            </a:lvl1pPr>
            <a:lvl2pPr indent="-228600" lvl="1" marL="914400" algn="l">
              <a:lnSpc>
                <a:spcPct val="90000"/>
              </a:lnSpc>
              <a:spcBef>
                <a:spcPts val="1000"/>
              </a:spcBef>
              <a:spcAft>
                <a:spcPts val="0"/>
              </a:spcAft>
              <a:buClr>
                <a:schemeClr val="dk1"/>
              </a:buClr>
              <a:buSzPts val="4000"/>
              <a:buNone/>
              <a:defRPr b="1" sz="4000"/>
            </a:lvl2pPr>
            <a:lvl3pPr indent="-228600" lvl="2" marL="1371600" algn="l">
              <a:lnSpc>
                <a:spcPct val="90000"/>
              </a:lnSpc>
              <a:spcBef>
                <a:spcPts val="1000"/>
              </a:spcBef>
              <a:spcAft>
                <a:spcPts val="0"/>
              </a:spcAft>
              <a:buClr>
                <a:schemeClr val="dk1"/>
              </a:buClr>
              <a:buSzPts val="3600"/>
              <a:buNone/>
              <a:defRPr b="1" sz="3600"/>
            </a:lvl3pPr>
            <a:lvl4pPr indent="-228600" lvl="3" marL="1828800" algn="l">
              <a:lnSpc>
                <a:spcPct val="90000"/>
              </a:lnSpc>
              <a:spcBef>
                <a:spcPts val="1000"/>
              </a:spcBef>
              <a:spcAft>
                <a:spcPts val="0"/>
              </a:spcAft>
              <a:buClr>
                <a:schemeClr val="dk1"/>
              </a:buClr>
              <a:buSzPts val="3200"/>
              <a:buNone/>
              <a:defRPr b="1" sz="3200"/>
            </a:lvl4pPr>
            <a:lvl5pPr indent="-228600" lvl="4" marL="2286000" algn="l">
              <a:lnSpc>
                <a:spcPct val="90000"/>
              </a:lnSpc>
              <a:spcBef>
                <a:spcPts val="1000"/>
              </a:spcBef>
              <a:spcAft>
                <a:spcPts val="0"/>
              </a:spcAft>
              <a:buClr>
                <a:schemeClr val="dk1"/>
              </a:buClr>
              <a:buSzPts val="3200"/>
              <a:buNone/>
              <a:defRPr b="1" sz="3200"/>
            </a:lvl5pPr>
            <a:lvl6pPr indent="-228600" lvl="5" marL="2743200" algn="l">
              <a:lnSpc>
                <a:spcPct val="90000"/>
              </a:lnSpc>
              <a:spcBef>
                <a:spcPts val="1000"/>
              </a:spcBef>
              <a:spcAft>
                <a:spcPts val="0"/>
              </a:spcAft>
              <a:buClr>
                <a:schemeClr val="dk1"/>
              </a:buClr>
              <a:buSzPts val="3200"/>
              <a:buNone/>
              <a:defRPr b="1" sz="3200"/>
            </a:lvl6pPr>
            <a:lvl7pPr indent="-228600" lvl="6" marL="3200400" algn="l">
              <a:lnSpc>
                <a:spcPct val="90000"/>
              </a:lnSpc>
              <a:spcBef>
                <a:spcPts val="1000"/>
              </a:spcBef>
              <a:spcAft>
                <a:spcPts val="0"/>
              </a:spcAft>
              <a:buClr>
                <a:schemeClr val="dk1"/>
              </a:buClr>
              <a:buSzPts val="3200"/>
              <a:buNone/>
              <a:defRPr b="1" sz="3200"/>
            </a:lvl7pPr>
            <a:lvl8pPr indent="-228600" lvl="7" marL="3657600" algn="l">
              <a:lnSpc>
                <a:spcPct val="90000"/>
              </a:lnSpc>
              <a:spcBef>
                <a:spcPts val="1000"/>
              </a:spcBef>
              <a:spcAft>
                <a:spcPts val="0"/>
              </a:spcAft>
              <a:buClr>
                <a:schemeClr val="dk1"/>
              </a:buClr>
              <a:buSzPts val="3200"/>
              <a:buNone/>
              <a:defRPr b="1" sz="3200"/>
            </a:lvl8pPr>
            <a:lvl9pPr indent="-228600" lvl="8" marL="4114800" algn="l">
              <a:lnSpc>
                <a:spcPct val="90000"/>
              </a:lnSpc>
              <a:spcBef>
                <a:spcPts val="1000"/>
              </a:spcBef>
              <a:spcAft>
                <a:spcPts val="0"/>
              </a:spcAft>
              <a:buClr>
                <a:schemeClr val="dk1"/>
              </a:buClr>
              <a:buSzPts val="3200"/>
              <a:buNone/>
              <a:defRPr b="1" sz="3200"/>
            </a:lvl9pPr>
          </a:lstStyle>
          <a:p/>
        </p:txBody>
      </p:sp>
      <p:sp>
        <p:nvSpPr>
          <p:cNvPr id="43" name="Google Shape;43;p45"/>
          <p:cNvSpPr txBox="1"/>
          <p:nvPr>
            <p:ph idx="4" type="body"/>
          </p:nvPr>
        </p:nvSpPr>
        <p:spPr>
          <a:xfrm>
            <a:off x="12344400" y="5010150"/>
            <a:ext cx="10366376" cy="736917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000"/>
              </a:spcBef>
              <a:spcAft>
                <a:spcPts val="0"/>
              </a:spcAft>
              <a:buClr>
                <a:schemeClr val="dk1"/>
              </a:buClr>
              <a:buSzPts val="1800"/>
              <a:buChar char="•"/>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0"/>
              </a:spcAft>
              <a:buClr>
                <a:schemeClr val="dk1"/>
              </a:buClr>
              <a:buSzPts val="1800"/>
              <a:buChar char="•"/>
              <a:defRPr/>
            </a:lvl9pPr>
          </a:lstStyle>
          <a:p/>
        </p:txBody>
      </p:sp>
      <p:sp>
        <p:nvSpPr>
          <p:cNvPr id="44" name="Google Shape;44;p45"/>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45"/>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45"/>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7" name="Shape 47"/>
        <p:cNvGrpSpPr/>
        <p:nvPr/>
      </p:nvGrpSpPr>
      <p:grpSpPr>
        <a:xfrm>
          <a:off x="0" y="0"/>
          <a:ext cx="0" cy="0"/>
          <a:chOff x="0" y="0"/>
          <a:chExt cx="0" cy="0"/>
        </a:xfrm>
      </p:grpSpPr>
      <p:sp>
        <p:nvSpPr>
          <p:cNvPr id="48" name="Google Shape;48;p46"/>
          <p:cNvSpPr txBox="1"/>
          <p:nvPr>
            <p:ph type="title"/>
          </p:nvPr>
        </p:nvSpPr>
        <p:spPr>
          <a:xfrm>
            <a:off x="1676400" y="730251"/>
            <a:ext cx="21031200" cy="26511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6"/>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46"/>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6"/>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2" name="Shape 52"/>
        <p:cNvGrpSpPr/>
        <p:nvPr/>
      </p:nvGrpSpPr>
      <p:grpSpPr>
        <a:xfrm>
          <a:off x="0" y="0"/>
          <a:ext cx="0" cy="0"/>
          <a:chOff x="0" y="0"/>
          <a:chExt cx="0" cy="0"/>
        </a:xfrm>
      </p:grpSpPr>
      <p:sp>
        <p:nvSpPr>
          <p:cNvPr id="53" name="Google Shape;53;p47"/>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47"/>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7"/>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6" name="Shape 56"/>
        <p:cNvGrpSpPr/>
        <p:nvPr/>
      </p:nvGrpSpPr>
      <p:grpSpPr>
        <a:xfrm>
          <a:off x="0" y="0"/>
          <a:ext cx="0" cy="0"/>
          <a:chOff x="0" y="0"/>
          <a:chExt cx="0" cy="0"/>
        </a:xfrm>
      </p:grpSpPr>
      <p:sp>
        <p:nvSpPr>
          <p:cNvPr id="57" name="Google Shape;57;p48"/>
          <p:cNvSpPr txBox="1"/>
          <p:nvPr>
            <p:ph type="title"/>
          </p:nvPr>
        </p:nvSpPr>
        <p:spPr>
          <a:xfrm>
            <a:off x="1679577" y="914400"/>
            <a:ext cx="7864474" cy="3200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400"/>
              <a:buFont typeface="Calibri"/>
              <a:buNone/>
              <a:defRPr sz="6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48"/>
          <p:cNvSpPr txBox="1"/>
          <p:nvPr>
            <p:ph idx="1" type="body"/>
          </p:nvPr>
        </p:nvSpPr>
        <p:spPr>
          <a:xfrm>
            <a:off x="10366376" y="1974851"/>
            <a:ext cx="12344400" cy="9747250"/>
          </a:xfrm>
          <a:prstGeom prst="rect">
            <a:avLst/>
          </a:prstGeom>
          <a:noFill/>
          <a:ln>
            <a:noFill/>
          </a:ln>
        </p:spPr>
        <p:txBody>
          <a:bodyPr anchorCtr="0" anchor="t" bIns="45700" lIns="91425" spcFirstLastPara="1" rIns="91425" wrap="square" tIns="45700">
            <a:normAutofit/>
          </a:bodyPr>
          <a:lstStyle>
            <a:lvl1pPr indent="-635000" lvl="0" marL="457200" algn="l">
              <a:lnSpc>
                <a:spcPct val="90000"/>
              </a:lnSpc>
              <a:spcBef>
                <a:spcPts val="2000"/>
              </a:spcBef>
              <a:spcAft>
                <a:spcPts val="0"/>
              </a:spcAft>
              <a:buClr>
                <a:schemeClr val="dk1"/>
              </a:buClr>
              <a:buSzPts val="6400"/>
              <a:buChar char="•"/>
              <a:defRPr sz="6400"/>
            </a:lvl1pPr>
            <a:lvl2pPr indent="-584200" lvl="1" marL="914400" algn="l">
              <a:lnSpc>
                <a:spcPct val="90000"/>
              </a:lnSpc>
              <a:spcBef>
                <a:spcPts val="1000"/>
              </a:spcBef>
              <a:spcAft>
                <a:spcPts val="0"/>
              </a:spcAft>
              <a:buClr>
                <a:schemeClr val="dk1"/>
              </a:buClr>
              <a:buSzPts val="5600"/>
              <a:buChar char="•"/>
              <a:defRPr sz="5600"/>
            </a:lvl2pPr>
            <a:lvl3pPr indent="-533400" lvl="2" marL="1371600" algn="l">
              <a:lnSpc>
                <a:spcPct val="90000"/>
              </a:lnSpc>
              <a:spcBef>
                <a:spcPts val="1000"/>
              </a:spcBef>
              <a:spcAft>
                <a:spcPts val="0"/>
              </a:spcAft>
              <a:buClr>
                <a:schemeClr val="dk1"/>
              </a:buClr>
              <a:buSzPts val="4800"/>
              <a:buChar char="•"/>
              <a:defRPr sz="4800"/>
            </a:lvl3pPr>
            <a:lvl4pPr indent="-482600" lvl="3" marL="1828800" algn="l">
              <a:lnSpc>
                <a:spcPct val="90000"/>
              </a:lnSpc>
              <a:spcBef>
                <a:spcPts val="1000"/>
              </a:spcBef>
              <a:spcAft>
                <a:spcPts val="0"/>
              </a:spcAft>
              <a:buClr>
                <a:schemeClr val="dk1"/>
              </a:buClr>
              <a:buSzPts val="4000"/>
              <a:buChar char="•"/>
              <a:defRPr sz="4000"/>
            </a:lvl4pPr>
            <a:lvl5pPr indent="-482600" lvl="4" marL="2286000" algn="l">
              <a:lnSpc>
                <a:spcPct val="90000"/>
              </a:lnSpc>
              <a:spcBef>
                <a:spcPts val="1000"/>
              </a:spcBef>
              <a:spcAft>
                <a:spcPts val="0"/>
              </a:spcAft>
              <a:buClr>
                <a:schemeClr val="dk1"/>
              </a:buClr>
              <a:buSzPts val="4000"/>
              <a:buChar char="•"/>
              <a:defRPr sz="4000"/>
            </a:lvl5pPr>
            <a:lvl6pPr indent="-482600" lvl="5" marL="2743200" algn="l">
              <a:lnSpc>
                <a:spcPct val="90000"/>
              </a:lnSpc>
              <a:spcBef>
                <a:spcPts val="1000"/>
              </a:spcBef>
              <a:spcAft>
                <a:spcPts val="0"/>
              </a:spcAft>
              <a:buClr>
                <a:schemeClr val="dk1"/>
              </a:buClr>
              <a:buSzPts val="4000"/>
              <a:buChar char="•"/>
              <a:defRPr sz="4000"/>
            </a:lvl6pPr>
            <a:lvl7pPr indent="-482600" lvl="6" marL="3200400" algn="l">
              <a:lnSpc>
                <a:spcPct val="90000"/>
              </a:lnSpc>
              <a:spcBef>
                <a:spcPts val="1000"/>
              </a:spcBef>
              <a:spcAft>
                <a:spcPts val="0"/>
              </a:spcAft>
              <a:buClr>
                <a:schemeClr val="dk1"/>
              </a:buClr>
              <a:buSzPts val="4000"/>
              <a:buChar char="•"/>
              <a:defRPr sz="4000"/>
            </a:lvl7pPr>
            <a:lvl8pPr indent="-482600" lvl="7" marL="3657600" algn="l">
              <a:lnSpc>
                <a:spcPct val="90000"/>
              </a:lnSpc>
              <a:spcBef>
                <a:spcPts val="1000"/>
              </a:spcBef>
              <a:spcAft>
                <a:spcPts val="0"/>
              </a:spcAft>
              <a:buClr>
                <a:schemeClr val="dk1"/>
              </a:buClr>
              <a:buSzPts val="4000"/>
              <a:buChar char="•"/>
              <a:defRPr sz="4000"/>
            </a:lvl8pPr>
            <a:lvl9pPr indent="-482600" lvl="8" marL="4114800" algn="l">
              <a:lnSpc>
                <a:spcPct val="90000"/>
              </a:lnSpc>
              <a:spcBef>
                <a:spcPts val="1000"/>
              </a:spcBef>
              <a:spcAft>
                <a:spcPts val="0"/>
              </a:spcAft>
              <a:buClr>
                <a:schemeClr val="dk1"/>
              </a:buClr>
              <a:buSzPts val="4000"/>
              <a:buChar char="•"/>
              <a:defRPr sz="4000"/>
            </a:lvl9pPr>
          </a:lstStyle>
          <a:p/>
        </p:txBody>
      </p:sp>
      <p:sp>
        <p:nvSpPr>
          <p:cNvPr id="59" name="Google Shape;59;p48"/>
          <p:cNvSpPr txBox="1"/>
          <p:nvPr>
            <p:ph idx="2" type="body"/>
          </p:nvPr>
        </p:nvSpPr>
        <p:spPr>
          <a:xfrm>
            <a:off x="1679577" y="4114800"/>
            <a:ext cx="7864474" cy="762317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2000"/>
              </a:spcBef>
              <a:spcAft>
                <a:spcPts val="0"/>
              </a:spcAft>
              <a:buClr>
                <a:schemeClr val="dk1"/>
              </a:buClr>
              <a:buSzPts val="3200"/>
              <a:buNone/>
              <a:defRPr sz="3200"/>
            </a:lvl1pPr>
            <a:lvl2pPr indent="-228600" lvl="1" marL="914400" algn="l">
              <a:lnSpc>
                <a:spcPct val="90000"/>
              </a:lnSpc>
              <a:spcBef>
                <a:spcPts val="1000"/>
              </a:spcBef>
              <a:spcAft>
                <a:spcPts val="0"/>
              </a:spcAft>
              <a:buClr>
                <a:schemeClr val="dk1"/>
              </a:buClr>
              <a:buSzPts val="2800"/>
              <a:buNone/>
              <a:defRPr sz="2800"/>
            </a:lvl2pPr>
            <a:lvl3pPr indent="-228600" lvl="2" marL="1371600" algn="l">
              <a:lnSpc>
                <a:spcPct val="90000"/>
              </a:lnSpc>
              <a:spcBef>
                <a:spcPts val="1000"/>
              </a:spcBef>
              <a:spcAft>
                <a:spcPts val="0"/>
              </a:spcAft>
              <a:buClr>
                <a:schemeClr val="dk1"/>
              </a:buClr>
              <a:buSzPts val="2400"/>
              <a:buNone/>
              <a:defRPr sz="2400"/>
            </a:lvl3pPr>
            <a:lvl4pPr indent="-228600" lvl="3" marL="1828800" algn="l">
              <a:lnSpc>
                <a:spcPct val="90000"/>
              </a:lnSpc>
              <a:spcBef>
                <a:spcPts val="1000"/>
              </a:spcBef>
              <a:spcAft>
                <a:spcPts val="0"/>
              </a:spcAft>
              <a:buClr>
                <a:schemeClr val="dk1"/>
              </a:buClr>
              <a:buSzPts val="2000"/>
              <a:buNone/>
              <a:defRPr sz="2000"/>
            </a:lvl4pPr>
            <a:lvl5pPr indent="-228600" lvl="4" marL="2286000" algn="l">
              <a:lnSpc>
                <a:spcPct val="90000"/>
              </a:lnSpc>
              <a:spcBef>
                <a:spcPts val="1000"/>
              </a:spcBef>
              <a:spcAft>
                <a:spcPts val="0"/>
              </a:spcAft>
              <a:buClr>
                <a:schemeClr val="dk1"/>
              </a:buClr>
              <a:buSzPts val="2000"/>
              <a:buNone/>
              <a:defRPr sz="2000"/>
            </a:lvl5pPr>
            <a:lvl6pPr indent="-228600" lvl="5" marL="2743200" algn="l">
              <a:lnSpc>
                <a:spcPct val="90000"/>
              </a:lnSpc>
              <a:spcBef>
                <a:spcPts val="1000"/>
              </a:spcBef>
              <a:spcAft>
                <a:spcPts val="0"/>
              </a:spcAft>
              <a:buClr>
                <a:schemeClr val="dk1"/>
              </a:buClr>
              <a:buSzPts val="2000"/>
              <a:buNone/>
              <a:defRPr sz="2000"/>
            </a:lvl6pPr>
            <a:lvl7pPr indent="-228600" lvl="6" marL="3200400" algn="l">
              <a:lnSpc>
                <a:spcPct val="90000"/>
              </a:lnSpc>
              <a:spcBef>
                <a:spcPts val="1000"/>
              </a:spcBef>
              <a:spcAft>
                <a:spcPts val="0"/>
              </a:spcAft>
              <a:buClr>
                <a:schemeClr val="dk1"/>
              </a:buClr>
              <a:buSzPts val="2000"/>
              <a:buNone/>
              <a:defRPr sz="2000"/>
            </a:lvl7pPr>
            <a:lvl8pPr indent="-228600" lvl="7" marL="3657600" algn="l">
              <a:lnSpc>
                <a:spcPct val="90000"/>
              </a:lnSpc>
              <a:spcBef>
                <a:spcPts val="1000"/>
              </a:spcBef>
              <a:spcAft>
                <a:spcPts val="0"/>
              </a:spcAft>
              <a:buClr>
                <a:schemeClr val="dk1"/>
              </a:buClr>
              <a:buSzPts val="2000"/>
              <a:buNone/>
              <a:defRPr sz="2000"/>
            </a:lvl8pPr>
            <a:lvl9pPr indent="-228600" lvl="8" marL="4114800" algn="l">
              <a:lnSpc>
                <a:spcPct val="90000"/>
              </a:lnSpc>
              <a:spcBef>
                <a:spcPts val="1000"/>
              </a:spcBef>
              <a:spcAft>
                <a:spcPts val="0"/>
              </a:spcAft>
              <a:buClr>
                <a:schemeClr val="dk1"/>
              </a:buClr>
              <a:buSzPts val="2000"/>
              <a:buNone/>
              <a:defRPr sz="2000"/>
            </a:lvl9pPr>
          </a:lstStyle>
          <a:p/>
        </p:txBody>
      </p:sp>
      <p:sp>
        <p:nvSpPr>
          <p:cNvPr id="60" name="Google Shape;60;p48"/>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48"/>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48"/>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3" name="Shape 63"/>
        <p:cNvGrpSpPr/>
        <p:nvPr/>
      </p:nvGrpSpPr>
      <p:grpSpPr>
        <a:xfrm>
          <a:off x="0" y="0"/>
          <a:ext cx="0" cy="0"/>
          <a:chOff x="0" y="0"/>
          <a:chExt cx="0" cy="0"/>
        </a:xfrm>
      </p:grpSpPr>
      <p:sp>
        <p:nvSpPr>
          <p:cNvPr id="64" name="Google Shape;64;p49"/>
          <p:cNvSpPr txBox="1"/>
          <p:nvPr>
            <p:ph type="title"/>
          </p:nvPr>
        </p:nvSpPr>
        <p:spPr>
          <a:xfrm>
            <a:off x="1679577" y="914400"/>
            <a:ext cx="7864474" cy="3200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400"/>
              <a:buFont typeface="Calibri"/>
              <a:buNone/>
              <a:defRPr sz="6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49"/>
          <p:cNvSpPr/>
          <p:nvPr>
            <p:ph idx="2" type="pic"/>
          </p:nvPr>
        </p:nvSpPr>
        <p:spPr>
          <a:xfrm>
            <a:off x="10366376" y="1974851"/>
            <a:ext cx="12344400" cy="9747250"/>
          </a:xfrm>
          <a:prstGeom prst="rect">
            <a:avLst/>
          </a:prstGeom>
          <a:noFill/>
          <a:ln>
            <a:noFill/>
          </a:ln>
        </p:spPr>
      </p:sp>
      <p:sp>
        <p:nvSpPr>
          <p:cNvPr id="66" name="Google Shape;66;p49"/>
          <p:cNvSpPr txBox="1"/>
          <p:nvPr>
            <p:ph idx="1" type="body"/>
          </p:nvPr>
        </p:nvSpPr>
        <p:spPr>
          <a:xfrm>
            <a:off x="1679577" y="4114800"/>
            <a:ext cx="7864474" cy="762317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2000"/>
              </a:spcBef>
              <a:spcAft>
                <a:spcPts val="0"/>
              </a:spcAft>
              <a:buClr>
                <a:schemeClr val="dk1"/>
              </a:buClr>
              <a:buSzPts val="3200"/>
              <a:buNone/>
              <a:defRPr sz="3200"/>
            </a:lvl1pPr>
            <a:lvl2pPr indent="-228600" lvl="1" marL="914400" algn="l">
              <a:lnSpc>
                <a:spcPct val="90000"/>
              </a:lnSpc>
              <a:spcBef>
                <a:spcPts val="1000"/>
              </a:spcBef>
              <a:spcAft>
                <a:spcPts val="0"/>
              </a:spcAft>
              <a:buClr>
                <a:schemeClr val="dk1"/>
              </a:buClr>
              <a:buSzPts val="2800"/>
              <a:buNone/>
              <a:defRPr sz="2800"/>
            </a:lvl2pPr>
            <a:lvl3pPr indent="-228600" lvl="2" marL="1371600" algn="l">
              <a:lnSpc>
                <a:spcPct val="90000"/>
              </a:lnSpc>
              <a:spcBef>
                <a:spcPts val="1000"/>
              </a:spcBef>
              <a:spcAft>
                <a:spcPts val="0"/>
              </a:spcAft>
              <a:buClr>
                <a:schemeClr val="dk1"/>
              </a:buClr>
              <a:buSzPts val="2400"/>
              <a:buNone/>
              <a:defRPr sz="2400"/>
            </a:lvl3pPr>
            <a:lvl4pPr indent="-228600" lvl="3" marL="1828800" algn="l">
              <a:lnSpc>
                <a:spcPct val="90000"/>
              </a:lnSpc>
              <a:spcBef>
                <a:spcPts val="1000"/>
              </a:spcBef>
              <a:spcAft>
                <a:spcPts val="0"/>
              </a:spcAft>
              <a:buClr>
                <a:schemeClr val="dk1"/>
              </a:buClr>
              <a:buSzPts val="2000"/>
              <a:buNone/>
              <a:defRPr sz="2000"/>
            </a:lvl4pPr>
            <a:lvl5pPr indent="-228600" lvl="4" marL="2286000" algn="l">
              <a:lnSpc>
                <a:spcPct val="90000"/>
              </a:lnSpc>
              <a:spcBef>
                <a:spcPts val="1000"/>
              </a:spcBef>
              <a:spcAft>
                <a:spcPts val="0"/>
              </a:spcAft>
              <a:buClr>
                <a:schemeClr val="dk1"/>
              </a:buClr>
              <a:buSzPts val="2000"/>
              <a:buNone/>
              <a:defRPr sz="2000"/>
            </a:lvl5pPr>
            <a:lvl6pPr indent="-228600" lvl="5" marL="2743200" algn="l">
              <a:lnSpc>
                <a:spcPct val="90000"/>
              </a:lnSpc>
              <a:spcBef>
                <a:spcPts val="1000"/>
              </a:spcBef>
              <a:spcAft>
                <a:spcPts val="0"/>
              </a:spcAft>
              <a:buClr>
                <a:schemeClr val="dk1"/>
              </a:buClr>
              <a:buSzPts val="2000"/>
              <a:buNone/>
              <a:defRPr sz="2000"/>
            </a:lvl6pPr>
            <a:lvl7pPr indent="-228600" lvl="6" marL="3200400" algn="l">
              <a:lnSpc>
                <a:spcPct val="90000"/>
              </a:lnSpc>
              <a:spcBef>
                <a:spcPts val="1000"/>
              </a:spcBef>
              <a:spcAft>
                <a:spcPts val="0"/>
              </a:spcAft>
              <a:buClr>
                <a:schemeClr val="dk1"/>
              </a:buClr>
              <a:buSzPts val="2000"/>
              <a:buNone/>
              <a:defRPr sz="2000"/>
            </a:lvl7pPr>
            <a:lvl8pPr indent="-228600" lvl="7" marL="3657600" algn="l">
              <a:lnSpc>
                <a:spcPct val="90000"/>
              </a:lnSpc>
              <a:spcBef>
                <a:spcPts val="1000"/>
              </a:spcBef>
              <a:spcAft>
                <a:spcPts val="0"/>
              </a:spcAft>
              <a:buClr>
                <a:schemeClr val="dk1"/>
              </a:buClr>
              <a:buSzPts val="2000"/>
              <a:buNone/>
              <a:defRPr sz="2000"/>
            </a:lvl8pPr>
            <a:lvl9pPr indent="-228600" lvl="8" marL="4114800" algn="l">
              <a:lnSpc>
                <a:spcPct val="90000"/>
              </a:lnSpc>
              <a:spcBef>
                <a:spcPts val="1000"/>
              </a:spcBef>
              <a:spcAft>
                <a:spcPts val="0"/>
              </a:spcAft>
              <a:buClr>
                <a:schemeClr val="dk1"/>
              </a:buClr>
              <a:buSzPts val="2000"/>
              <a:buNone/>
              <a:defRPr sz="2000"/>
            </a:lvl9pPr>
          </a:lstStyle>
          <a:p/>
        </p:txBody>
      </p:sp>
      <p:sp>
        <p:nvSpPr>
          <p:cNvPr id="67" name="Google Shape;67;p49"/>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49"/>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49"/>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0" name="Shape 70"/>
        <p:cNvGrpSpPr/>
        <p:nvPr/>
      </p:nvGrpSpPr>
      <p:grpSpPr>
        <a:xfrm>
          <a:off x="0" y="0"/>
          <a:ext cx="0" cy="0"/>
          <a:chOff x="0" y="0"/>
          <a:chExt cx="0" cy="0"/>
        </a:xfrm>
      </p:grpSpPr>
      <p:sp>
        <p:nvSpPr>
          <p:cNvPr id="71" name="Google Shape;71;p50"/>
          <p:cNvSpPr txBox="1"/>
          <p:nvPr>
            <p:ph type="title"/>
          </p:nvPr>
        </p:nvSpPr>
        <p:spPr>
          <a:xfrm>
            <a:off x="1676400" y="730251"/>
            <a:ext cx="21031200" cy="26511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50"/>
          <p:cNvSpPr txBox="1"/>
          <p:nvPr>
            <p:ph idx="1" type="body"/>
          </p:nvPr>
        </p:nvSpPr>
        <p:spPr>
          <a:xfrm rot="5400000">
            <a:off x="7840662" y="-2513012"/>
            <a:ext cx="8702676" cy="2103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000"/>
              </a:spcBef>
              <a:spcAft>
                <a:spcPts val="0"/>
              </a:spcAft>
              <a:buClr>
                <a:schemeClr val="dk1"/>
              </a:buClr>
              <a:buSzPts val="1800"/>
              <a:buChar char="•"/>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0"/>
              </a:spcAft>
              <a:buClr>
                <a:schemeClr val="dk1"/>
              </a:buClr>
              <a:buSzPts val="1800"/>
              <a:buChar char="•"/>
              <a:defRPr/>
            </a:lvl9pPr>
          </a:lstStyle>
          <a:p/>
        </p:txBody>
      </p:sp>
      <p:sp>
        <p:nvSpPr>
          <p:cNvPr id="73" name="Google Shape;73;p50"/>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50"/>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50"/>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6" name="Shape 76"/>
        <p:cNvGrpSpPr/>
        <p:nvPr/>
      </p:nvGrpSpPr>
      <p:grpSpPr>
        <a:xfrm>
          <a:off x="0" y="0"/>
          <a:ext cx="0" cy="0"/>
          <a:chOff x="0" y="0"/>
          <a:chExt cx="0" cy="0"/>
        </a:xfrm>
      </p:grpSpPr>
      <p:sp>
        <p:nvSpPr>
          <p:cNvPr id="77" name="Google Shape;77;p51"/>
          <p:cNvSpPr txBox="1"/>
          <p:nvPr>
            <p:ph type="title"/>
          </p:nvPr>
        </p:nvSpPr>
        <p:spPr>
          <a:xfrm rot="5400000">
            <a:off x="14266862" y="3913188"/>
            <a:ext cx="11623676" cy="52578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1"/>
          <p:cNvSpPr txBox="1"/>
          <p:nvPr>
            <p:ph idx="1" type="body"/>
          </p:nvPr>
        </p:nvSpPr>
        <p:spPr>
          <a:xfrm rot="5400000">
            <a:off x="3598862" y="-1192212"/>
            <a:ext cx="11623676" cy="15468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000"/>
              </a:spcBef>
              <a:spcAft>
                <a:spcPts val="0"/>
              </a:spcAft>
              <a:buClr>
                <a:schemeClr val="dk1"/>
              </a:buClr>
              <a:buSzPts val="1800"/>
              <a:buChar char="•"/>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0"/>
              </a:spcAft>
              <a:buClr>
                <a:schemeClr val="dk1"/>
              </a:buClr>
              <a:buSzPts val="1800"/>
              <a:buChar char="•"/>
              <a:defRPr/>
            </a:lvl9pPr>
          </a:lstStyle>
          <a:p/>
        </p:txBody>
      </p:sp>
      <p:sp>
        <p:nvSpPr>
          <p:cNvPr id="79" name="Google Shape;79;p51"/>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51"/>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51"/>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8" name="Shape 88"/>
        <p:cNvGrpSpPr/>
        <p:nvPr/>
      </p:nvGrpSpPr>
      <p:grpSpPr>
        <a:xfrm>
          <a:off x="0" y="0"/>
          <a:ext cx="0" cy="0"/>
          <a:chOff x="0" y="0"/>
          <a:chExt cx="0" cy="0"/>
        </a:xfrm>
      </p:grpSpPr>
      <p:sp>
        <p:nvSpPr>
          <p:cNvPr id="89" name="Google Shape;89;p109"/>
          <p:cNvSpPr txBox="1"/>
          <p:nvPr>
            <p:ph type="title"/>
          </p:nvPr>
        </p:nvSpPr>
        <p:spPr>
          <a:xfrm>
            <a:off x="1676400" y="730253"/>
            <a:ext cx="21031200" cy="26511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09"/>
          <p:cNvSpPr txBox="1"/>
          <p:nvPr>
            <p:ph idx="1" type="body"/>
          </p:nvPr>
        </p:nvSpPr>
        <p:spPr>
          <a:xfrm>
            <a:off x="1676400" y="3651250"/>
            <a:ext cx="21031200" cy="870267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000"/>
              </a:spcBef>
              <a:spcAft>
                <a:spcPts val="0"/>
              </a:spcAft>
              <a:buClr>
                <a:schemeClr val="dk1"/>
              </a:buClr>
              <a:buSzPts val="1800"/>
              <a:buChar char="•"/>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0"/>
              </a:spcAft>
              <a:buClr>
                <a:schemeClr val="dk1"/>
              </a:buClr>
              <a:buSzPts val="1800"/>
              <a:buChar char="•"/>
              <a:defRPr/>
            </a:lvl9pPr>
          </a:lstStyle>
          <a:p/>
        </p:txBody>
      </p:sp>
      <p:sp>
        <p:nvSpPr>
          <p:cNvPr id="91" name="Google Shape;91;p109"/>
          <p:cNvSpPr txBox="1"/>
          <p:nvPr>
            <p:ph idx="10" type="dt"/>
          </p:nvPr>
        </p:nvSpPr>
        <p:spPr>
          <a:xfrm>
            <a:off x="1676400" y="12712703"/>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09"/>
          <p:cNvSpPr txBox="1"/>
          <p:nvPr>
            <p:ph idx="11" type="ftr"/>
          </p:nvPr>
        </p:nvSpPr>
        <p:spPr>
          <a:xfrm>
            <a:off x="8077200" y="12712703"/>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09"/>
          <p:cNvSpPr txBox="1"/>
          <p:nvPr>
            <p:ph idx="12" type="sldNum"/>
          </p:nvPr>
        </p:nvSpPr>
        <p:spPr>
          <a:xfrm>
            <a:off x="17221200" y="12712703"/>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tx">
  <p:cSld name="TITLE_AND_BODY">
    <p:spTree>
      <p:nvGrpSpPr>
        <p:cNvPr id="94" name="Shape 94"/>
        <p:cNvGrpSpPr/>
        <p:nvPr/>
      </p:nvGrpSpPr>
      <p:grpSpPr>
        <a:xfrm>
          <a:off x="0" y="0"/>
          <a:ext cx="0" cy="0"/>
          <a:chOff x="0" y="0"/>
          <a:chExt cx="0" cy="0"/>
        </a:xfrm>
      </p:grpSpPr>
      <p:sp>
        <p:nvSpPr>
          <p:cNvPr id="95" name="Google Shape;95;p110"/>
          <p:cNvSpPr txBox="1"/>
          <p:nvPr>
            <p:ph idx="12" type="sldNum"/>
          </p:nvPr>
        </p:nvSpPr>
        <p:spPr>
          <a:xfrm>
            <a:off x="17221200" y="12712703"/>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96" name="Shape 96"/>
        <p:cNvGrpSpPr/>
        <p:nvPr/>
      </p:nvGrpSpPr>
      <p:grpSpPr>
        <a:xfrm>
          <a:off x="0" y="0"/>
          <a:ext cx="0" cy="0"/>
          <a:chOff x="0" y="0"/>
          <a:chExt cx="0" cy="0"/>
        </a:xfrm>
      </p:grpSpPr>
      <p:sp>
        <p:nvSpPr>
          <p:cNvPr id="97" name="Google Shape;97;p111"/>
          <p:cNvSpPr txBox="1"/>
          <p:nvPr>
            <p:ph type="ctrTitle"/>
          </p:nvPr>
        </p:nvSpPr>
        <p:spPr>
          <a:xfrm>
            <a:off x="3048000" y="2244726"/>
            <a:ext cx="18288000" cy="47752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12000"/>
              <a:buFont typeface="Calibri"/>
              <a:buNone/>
              <a:defRPr sz="1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11"/>
          <p:cNvSpPr txBox="1"/>
          <p:nvPr>
            <p:ph idx="1" type="subTitle"/>
          </p:nvPr>
        </p:nvSpPr>
        <p:spPr>
          <a:xfrm>
            <a:off x="3048000" y="7204076"/>
            <a:ext cx="18288000" cy="3311524"/>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2000"/>
              </a:spcBef>
              <a:spcAft>
                <a:spcPts val="0"/>
              </a:spcAft>
              <a:buClr>
                <a:schemeClr val="dk1"/>
              </a:buClr>
              <a:buSzPts val="4800"/>
              <a:buNone/>
              <a:defRPr sz="4800"/>
            </a:lvl1pPr>
            <a:lvl2pPr lvl="1" algn="ctr">
              <a:lnSpc>
                <a:spcPct val="90000"/>
              </a:lnSpc>
              <a:spcBef>
                <a:spcPts val="1000"/>
              </a:spcBef>
              <a:spcAft>
                <a:spcPts val="0"/>
              </a:spcAft>
              <a:buClr>
                <a:schemeClr val="dk1"/>
              </a:buClr>
              <a:buSzPts val="4000"/>
              <a:buNone/>
              <a:defRPr sz="4000"/>
            </a:lvl2pPr>
            <a:lvl3pPr lvl="2" algn="ctr">
              <a:lnSpc>
                <a:spcPct val="90000"/>
              </a:lnSpc>
              <a:spcBef>
                <a:spcPts val="1000"/>
              </a:spcBef>
              <a:spcAft>
                <a:spcPts val="0"/>
              </a:spcAft>
              <a:buClr>
                <a:schemeClr val="dk1"/>
              </a:buClr>
              <a:buSzPts val="3600"/>
              <a:buNone/>
              <a:defRPr sz="3600"/>
            </a:lvl3pPr>
            <a:lvl4pPr lvl="3" algn="ctr">
              <a:lnSpc>
                <a:spcPct val="90000"/>
              </a:lnSpc>
              <a:spcBef>
                <a:spcPts val="1000"/>
              </a:spcBef>
              <a:spcAft>
                <a:spcPts val="0"/>
              </a:spcAft>
              <a:buClr>
                <a:schemeClr val="dk1"/>
              </a:buClr>
              <a:buSzPts val="3200"/>
              <a:buNone/>
              <a:defRPr sz="3200"/>
            </a:lvl4pPr>
            <a:lvl5pPr lvl="4" algn="ctr">
              <a:lnSpc>
                <a:spcPct val="90000"/>
              </a:lnSpc>
              <a:spcBef>
                <a:spcPts val="1000"/>
              </a:spcBef>
              <a:spcAft>
                <a:spcPts val="0"/>
              </a:spcAft>
              <a:buClr>
                <a:schemeClr val="dk1"/>
              </a:buClr>
              <a:buSzPts val="3200"/>
              <a:buNone/>
              <a:defRPr sz="3200"/>
            </a:lvl5pPr>
            <a:lvl6pPr lvl="5" algn="ctr">
              <a:lnSpc>
                <a:spcPct val="90000"/>
              </a:lnSpc>
              <a:spcBef>
                <a:spcPts val="1000"/>
              </a:spcBef>
              <a:spcAft>
                <a:spcPts val="0"/>
              </a:spcAft>
              <a:buClr>
                <a:schemeClr val="dk1"/>
              </a:buClr>
              <a:buSzPts val="3200"/>
              <a:buNone/>
              <a:defRPr sz="3200"/>
            </a:lvl6pPr>
            <a:lvl7pPr lvl="6" algn="ctr">
              <a:lnSpc>
                <a:spcPct val="90000"/>
              </a:lnSpc>
              <a:spcBef>
                <a:spcPts val="1000"/>
              </a:spcBef>
              <a:spcAft>
                <a:spcPts val="0"/>
              </a:spcAft>
              <a:buClr>
                <a:schemeClr val="dk1"/>
              </a:buClr>
              <a:buSzPts val="3200"/>
              <a:buNone/>
              <a:defRPr sz="3200"/>
            </a:lvl7pPr>
            <a:lvl8pPr lvl="7" algn="ctr">
              <a:lnSpc>
                <a:spcPct val="90000"/>
              </a:lnSpc>
              <a:spcBef>
                <a:spcPts val="1000"/>
              </a:spcBef>
              <a:spcAft>
                <a:spcPts val="0"/>
              </a:spcAft>
              <a:buClr>
                <a:schemeClr val="dk1"/>
              </a:buClr>
              <a:buSzPts val="3200"/>
              <a:buNone/>
              <a:defRPr sz="3200"/>
            </a:lvl8pPr>
            <a:lvl9pPr lvl="8" algn="ctr">
              <a:lnSpc>
                <a:spcPct val="90000"/>
              </a:lnSpc>
              <a:spcBef>
                <a:spcPts val="1000"/>
              </a:spcBef>
              <a:spcAft>
                <a:spcPts val="0"/>
              </a:spcAft>
              <a:buClr>
                <a:schemeClr val="dk1"/>
              </a:buClr>
              <a:buSzPts val="3200"/>
              <a:buNone/>
              <a:defRPr sz="3200"/>
            </a:lvl9pPr>
          </a:lstStyle>
          <a:p/>
        </p:txBody>
      </p:sp>
      <p:sp>
        <p:nvSpPr>
          <p:cNvPr id="99" name="Google Shape;99;p111"/>
          <p:cNvSpPr txBox="1"/>
          <p:nvPr>
            <p:ph idx="10" type="dt"/>
          </p:nvPr>
        </p:nvSpPr>
        <p:spPr>
          <a:xfrm>
            <a:off x="1676400" y="12712703"/>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11"/>
          <p:cNvSpPr txBox="1"/>
          <p:nvPr>
            <p:ph idx="11" type="ftr"/>
          </p:nvPr>
        </p:nvSpPr>
        <p:spPr>
          <a:xfrm>
            <a:off x="8077200" y="12712703"/>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11"/>
          <p:cNvSpPr txBox="1"/>
          <p:nvPr>
            <p:ph idx="12" type="sldNum"/>
          </p:nvPr>
        </p:nvSpPr>
        <p:spPr>
          <a:xfrm>
            <a:off x="17221200" y="12712703"/>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102" name="Shape 102"/>
        <p:cNvGrpSpPr/>
        <p:nvPr/>
      </p:nvGrpSpPr>
      <p:grpSpPr>
        <a:xfrm>
          <a:off x="0" y="0"/>
          <a:ext cx="0" cy="0"/>
          <a:chOff x="0" y="0"/>
          <a:chExt cx="0" cy="0"/>
        </a:xfrm>
      </p:grpSpPr>
      <p:sp>
        <p:nvSpPr>
          <p:cNvPr id="103" name="Google Shape;103;p112"/>
          <p:cNvSpPr txBox="1"/>
          <p:nvPr>
            <p:ph type="title"/>
          </p:nvPr>
        </p:nvSpPr>
        <p:spPr>
          <a:xfrm>
            <a:off x="1663700" y="3419477"/>
            <a:ext cx="21031200" cy="570547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2000"/>
              <a:buFont typeface="Calibri"/>
              <a:buNone/>
              <a:defRPr sz="1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112"/>
          <p:cNvSpPr txBox="1"/>
          <p:nvPr>
            <p:ph idx="1" type="body"/>
          </p:nvPr>
        </p:nvSpPr>
        <p:spPr>
          <a:xfrm>
            <a:off x="1663700" y="9178929"/>
            <a:ext cx="21031200" cy="300037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2000"/>
              </a:spcBef>
              <a:spcAft>
                <a:spcPts val="0"/>
              </a:spcAft>
              <a:buClr>
                <a:srgbClr val="888888"/>
              </a:buClr>
              <a:buSzPts val="4800"/>
              <a:buNone/>
              <a:defRPr sz="4800">
                <a:solidFill>
                  <a:srgbClr val="888888"/>
                </a:solidFill>
              </a:defRPr>
            </a:lvl1pPr>
            <a:lvl2pPr indent="-228600" lvl="1" marL="914400" algn="l">
              <a:lnSpc>
                <a:spcPct val="90000"/>
              </a:lnSpc>
              <a:spcBef>
                <a:spcPts val="1000"/>
              </a:spcBef>
              <a:spcAft>
                <a:spcPts val="0"/>
              </a:spcAft>
              <a:buClr>
                <a:srgbClr val="888888"/>
              </a:buClr>
              <a:buSzPts val="4000"/>
              <a:buNone/>
              <a:defRPr sz="4000">
                <a:solidFill>
                  <a:srgbClr val="888888"/>
                </a:solidFill>
              </a:defRPr>
            </a:lvl2pPr>
            <a:lvl3pPr indent="-228600" lvl="2" marL="1371600" algn="l">
              <a:lnSpc>
                <a:spcPct val="90000"/>
              </a:lnSpc>
              <a:spcBef>
                <a:spcPts val="1000"/>
              </a:spcBef>
              <a:spcAft>
                <a:spcPts val="0"/>
              </a:spcAft>
              <a:buClr>
                <a:srgbClr val="888888"/>
              </a:buClr>
              <a:buSzPts val="3600"/>
              <a:buNone/>
              <a:defRPr sz="3600">
                <a:solidFill>
                  <a:srgbClr val="888888"/>
                </a:solidFill>
              </a:defRPr>
            </a:lvl3pPr>
            <a:lvl4pPr indent="-228600" lvl="3" marL="1828800" algn="l">
              <a:lnSpc>
                <a:spcPct val="90000"/>
              </a:lnSpc>
              <a:spcBef>
                <a:spcPts val="1000"/>
              </a:spcBef>
              <a:spcAft>
                <a:spcPts val="0"/>
              </a:spcAft>
              <a:buClr>
                <a:srgbClr val="888888"/>
              </a:buClr>
              <a:buSzPts val="3200"/>
              <a:buNone/>
              <a:defRPr sz="3200">
                <a:solidFill>
                  <a:srgbClr val="888888"/>
                </a:solidFill>
              </a:defRPr>
            </a:lvl4pPr>
            <a:lvl5pPr indent="-228600" lvl="4" marL="2286000" algn="l">
              <a:lnSpc>
                <a:spcPct val="90000"/>
              </a:lnSpc>
              <a:spcBef>
                <a:spcPts val="1000"/>
              </a:spcBef>
              <a:spcAft>
                <a:spcPts val="0"/>
              </a:spcAft>
              <a:buClr>
                <a:srgbClr val="888888"/>
              </a:buClr>
              <a:buSzPts val="3200"/>
              <a:buNone/>
              <a:defRPr sz="3200">
                <a:solidFill>
                  <a:srgbClr val="888888"/>
                </a:solidFill>
              </a:defRPr>
            </a:lvl5pPr>
            <a:lvl6pPr indent="-228600" lvl="5" marL="2743200" algn="l">
              <a:lnSpc>
                <a:spcPct val="90000"/>
              </a:lnSpc>
              <a:spcBef>
                <a:spcPts val="1000"/>
              </a:spcBef>
              <a:spcAft>
                <a:spcPts val="0"/>
              </a:spcAft>
              <a:buClr>
                <a:srgbClr val="888888"/>
              </a:buClr>
              <a:buSzPts val="3200"/>
              <a:buNone/>
              <a:defRPr sz="3200">
                <a:solidFill>
                  <a:srgbClr val="888888"/>
                </a:solidFill>
              </a:defRPr>
            </a:lvl6pPr>
            <a:lvl7pPr indent="-228600" lvl="6" marL="3200400" algn="l">
              <a:lnSpc>
                <a:spcPct val="90000"/>
              </a:lnSpc>
              <a:spcBef>
                <a:spcPts val="1000"/>
              </a:spcBef>
              <a:spcAft>
                <a:spcPts val="0"/>
              </a:spcAft>
              <a:buClr>
                <a:srgbClr val="888888"/>
              </a:buClr>
              <a:buSzPts val="3200"/>
              <a:buNone/>
              <a:defRPr sz="3200">
                <a:solidFill>
                  <a:srgbClr val="888888"/>
                </a:solidFill>
              </a:defRPr>
            </a:lvl7pPr>
            <a:lvl8pPr indent="-228600" lvl="7" marL="3657600" algn="l">
              <a:lnSpc>
                <a:spcPct val="90000"/>
              </a:lnSpc>
              <a:spcBef>
                <a:spcPts val="1000"/>
              </a:spcBef>
              <a:spcAft>
                <a:spcPts val="0"/>
              </a:spcAft>
              <a:buClr>
                <a:srgbClr val="888888"/>
              </a:buClr>
              <a:buSzPts val="3200"/>
              <a:buNone/>
              <a:defRPr sz="3200">
                <a:solidFill>
                  <a:srgbClr val="888888"/>
                </a:solidFill>
              </a:defRPr>
            </a:lvl8pPr>
            <a:lvl9pPr indent="-228600" lvl="8" marL="4114800" algn="l">
              <a:lnSpc>
                <a:spcPct val="90000"/>
              </a:lnSpc>
              <a:spcBef>
                <a:spcPts val="1000"/>
              </a:spcBef>
              <a:spcAft>
                <a:spcPts val="0"/>
              </a:spcAft>
              <a:buClr>
                <a:srgbClr val="888888"/>
              </a:buClr>
              <a:buSzPts val="3200"/>
              <a:buNone/>
              <a:defRPr sz="3200">
                <a:solidFill>
                  <a:srgbClr val="888888"/>
                </a:solidFill>
              </a:defRPr>
            </a:lvl9pPr>
          </a:lstStyle>
          <a:p/>
        </p:txBody>
      </p:sp>
      <p:sp>
        <p:nvSpPr>
          <p:cNvPr id="105" name="Google Shape;105;p112"/>
          <p:cNvSpPr txBox="1"/>
          <p:nvPr>
            <p:ph idx="10" type="dt"/>
          </p:nvPr>
        </p:nvSpPr>
        <p:spPr>
          <a:xfrm>
            <a:off x="1676400" y="12712703"/>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12"/>
          <p:cNvSpPr txBox="1"/>
          <p:nvPr>
            <p:ph idx="11" type="ftr"/>
          </p:nvPr>
        </p:nvSpPr>
        <p:spPr>
          <a:xfrm>
            <a:off x="8077200" y="12712703"/>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112"/>
          <p:cNvSpPr txBox="1"/>
          <p:nvPr>
            <p:ph idx="12" type="sldNum"/>
          </p:nvPr>
        </p:nvSpPr>
        <p:spPr>
          <a:xfrm>
            <a:off x="17221200" y="12712703"/>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108" name="Shape 108"/>
        <p:cNvGrpSpPr/>
        <p:nvPr/>
      </p:nvGrpSpPr>
      <p:grpSpPr>
        <a:xfrm>
          <a:off x="0" y="0"/>
          <a:ext cx="0" cy="0"/>
          <a:chOff x="0" y="0"/>
          <a:chExt cx="0" cy="0"/>
        </a:xfrm>
      </p:grpSpPr>
      <p:sp>
        <p:nvSpPr>
          <p:cNvPr id="109" name="Google Shape;109;p113"/>
          <p:cNvSpPr txBox="1"/>
          <p:nvPr>
            <p:ph type="title"/>
          </p:nvPr>
        </p:nvSpPr>
        <p:spPr>
          <a:xfrm>
            <a:off x="1676400" y="730253"/>
            <a:ext cx="21031200" cy="26511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113"/>
          <p:cNvSpPr txBox="1"/>
          <p:nvPr>
            <p:ph idx="1" type="body"/>
          </p:nvPr>
        </p:nvSpPr>
        <p:spPr>
          <a:xfrm>
            <a:off x="1676400" y="3651250"/>
            <a:ext cx="10363200" cy="870267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000"/>
              </a:spcBef>
              <a:spcAft>
                <a:spcPts val="0"/>
              </a:spcAft>
              <a:buClr>
                <a:schemeClr val="dk1"/>
              </a:buClr>
              <a:buSzPts val="1800"/>
              <a:buChar char="•"/>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0"/>
              </a:spcAft>
              <a:buClr>
                <a:schemeClr val="dk1"/>
              </a:buClr>
              <a:buSzPts val="1800"/>
              <a:buChar char="•"/>
              <a:defRPr/>
            </a:lvl9pPr>
          </a:lstStyle>
          <a:p/>
        </p:txBody>
      </p:sp>
      <p:sp>
        <p:nvSpPr>
          <p:cNvPr id="111" name="Google Shape;111;p113"/>
          <p:cNvSpPr txBox="1"/>
          <p:nvPr>
            <p:ph idx="2" type="body"/>
          </p:nvPr>
        </p:nvSpPr>
        <p:spPr>
          <a:xfrm>
            <a:off x="12344400" y="3651250"/>
            <a:ext cx="10363200" cy="870267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000"/>
              </a:spcBef>
              <a:spcAft>
                <a:spcPts val="0"/>
              </a:spcAft>
              <a:buClr>
                <a:schemeClr val="dk1"/>
              </a:buClr>
              <a:buSzPts val="1800"/>
              <a:buChar char="•"/>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0"/>
              </a:spcAft>
              <a:buClr>
                <a:schemeClr val="dk1"/>
              </a:buClr>
              <a:buSzPts val="1800"/>
              <a:buChar char="•"/>
              <a:defRPr/>
            </a:lvl9pPr>
          </a:lstStyle>
          <a:p/>
        </p:txBody>
      </p:sp>
      <p:sp>
        <p:nvSpPr>
          <p:cNvPr id="112" name="Google Shape;112;p113"/>
          <p:cNvSpPr txBox="1"/>
          <p:nvPr>
            <p:ph idx="10" type="dt"/>
          </p:nvPr>
        </p:nvSpPr>
        <p:spPr>
          <a:xfrm>
            <a:off x="1676400" y="12712703"/>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113"/>
          <p:cNvSpPr txBox="1"/>
          <p:nvPr>
            <p:ph idx="11" type="ftr"/>
          </p:nvPr>
        </p:nvSpPr>
        <p:spPr>
          <a:xfrm>
            <a:off x="8077200" y="12712703"/>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113"/>
          <p:cNvSpPr txBox="1"/>
          <p:nvPr>
            <p:ph idx="12" type="sldNum"/>
          </p:nvPr>
        </p:nvSpPr>
        <p:spPr>
          <a:xfrm>
            <a:off x="17221200" y="12712703"/>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115" name="Shape 115"/>
        <p:cNvGrpSpPr/>
        <p:nvPr/>
      </p:nvGrpSpPr>
      <p:grpSpPr>
        <a:xfrm>
          <a:off x="0" y="0"/>
          <a:ext cx="0" cy="0"/>
          <a:chOff x="0" y="0"/>
          <a:chExt cx="0" cy="0"/>
        </a:xfrm>
      </p:grpSpPr>
      <p:sp>
        <p:nvSpPr>
          <p:cNvPr id="116" name="Google Shape;116;p114"/>
          <p:cNvSpPr txBox="1"/>
          <p:nvPr>
            <p:ph type="title"/>
          </p:nvPr>
        </p:nvSpPr>
        <p:spPr>
          <a:xfrm>
            <a:off x="1679576" y="730253"/>
            <a:ext cx="21031200" cy="26511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114"/>
          <p:cNvSpPr txBox="1"/>
          <p:nvPr>
            <p:ph idx="1" type="body"/>
          </p:nvPr>
        </p:nvSpPr>
        <p:spPr>
          <a:xfrm>
            <a:off x="1679579" y="3362326"/>
            <a:ext cx="10315574" cy="164782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2000"/>
              </a:spcBef>
              <a:spcAft>
                <a:spcPts val="0"/>
              </a:spcAft>
              <a:buClr>
                <a:schemeClr val="dk1"/>
              </a:buClr>
              <a:buSzPts val="4800"/>
              <a:buNone/>
              <a:defRPr b="1" sz="4800"/>
            </a:lvl1pPr>
            <a:lvl2pPr indent="-228600" lvl="1" marL="914400" algn="l">
              <a:lnSpc>
                <a:spcPct val="90000"/>
              </a:lnSpc>
              <a:spcBef>
                <a:spcPts val="1000"/>
              </a:spcBef>
              <a:spcAft>
                <a:spcPts val="0"/>
              </a:spcAft>
              <a:buClr>
                <a:schemeClr val="dk1"/>
              </a:buClr>
              <a:buSzPts val="4000"/>
              <a:buNone/>
              <a:defRPr b="1" sz="4000"/>
            </a:lvl2pPr>
            <a:lvl3pPr indent="-228600" lvl="2" marL="1371600" algn="l">
              <a:lnSpc>
                <a:spcPct val="90000"/>
              </a:lnSpc>
              <a:spcBef>
                <a:spcPts val="1000"/>
              </a:spcBef>
              <a:spcAft>
                <a:spcPts val="0"/>
              </a:spcAft>
              <a:buClr>
                <a:schemeClr val="dk1"/>
              </a:buClr>
              <a:buSzPts val="3600"/>
              <a:buNone/>
              <a:defRPr b="1" sz="3600"/>
            </a:lvl3pPr>
            <a:lvl4pPr indent="-228600" lvl="3" marL="1828800" algn="l">
              <a:lnSpc>
                <a:spcPct val="90000"/>
              </a:lnSpc>
              <a:spcBef>
                <a:spcPts val="1000"/>
              </a:spcBef>
              <a:spcAft>
                <a:spcPts val="0"/>
              </a:spcAft>
              <a:buClr>
                <a:schemeClr val="dk1"/>
              </a:buClr>
              <a:buSzPts val="3200"/>
              <a:buNone/>
              <a:defRPr b="1" sz="3200"/>
            </a:lvl4pPr>
            <a:lvl5pPr indent="-228600" lvl="4" marL="2286000" algn="l">
              <a:lnSpc>
                <a:spcPct val="90000"/>
              </a:lnSpc>
              <a:spcBef>
                <a:spcPts val="1000"/>
              </a:spcBef>
              <a:spcAft>
                <a:spcPts val="0"/>
              </a:spcAft>
              <a:buClr>
                <a:schemeClr val="dk1"/>
              </a:buClr>
              <a:buSzPts val="3200"/>
              <a:buNone/>
              <a:defRPr b="1" sz="3200"/>
            </a:lvl5pPr>
            <a:lvl6pPr indent="-228600" lvl="5" marL="2743200" algn="l">
              <a:lnSpc>
                <a:spcPct val="90000"/>
              </a:lnSpc>
              <a:spcBef>
                <a:spcPts val="1000"/>
              </a:spcBef>
              <a:spcAft>
                <a:spcPts val="0"/>
              </a:spcAft>
              <a:buClr>
                <a:schemeClr val="dk1"/>
              </a:buClr>
              <a:buSzPts val="3200"/>
              <a:buNone/>
              <a:defRPr b="1" sz="3200"/>
            </a:lvl6pPr>
            <a:lvl7pPr indent="-228600" lvl="6" marL="3200400" algn="l">
              <a:lnSpc>
                <a:spcPct val="90000"/>
              </a:lnSpc>
              <a:spcBef>
                <a:spcPts val="1000"/>
              </a:spcBef>
              <a:spcAft>
                <a:spcPts val="0"/>
              </a:spcAft>
              <a:buClr>
                <a:schemeClr val="dk1"/>
              </a:buClr>
              <a:buSzPts val="3200"/>
              <a:buNone/>
              <a:defRPr b="1" sz="3200"/>
            </a:lvl7pPr>
            <a:lvl8pPr indent="-228600" lvl="7" marL="3657600" algn="l">
              <a:lnSpc>
                <a:spcPct val="90000"/>
              </a:lnSpc>
              <a:spcBef>
                <a:spcPts val="1000"/>
              </a:spcBef>
              <a:spcAft>
                <a:spcPts val="0"/>
              </a:spcAft>
              <a:buClr>
                <a:schemeClr val="dk1"/>
              </a:buClr>
              <a:buSzPts val="3200"/>
              <a:buNone/>
              <a:defRPr b="1" sz="3200"/>
            </a:lvl8pPr>
            <a:lvl9pPr indent="-228600" lvl="8" marL="4114800" algn="l">
              <a:lnSpc>
                <a:spcPct val="90000"/>
              </a:lnSpc>
              <a:spcBef>
                <a:spcPts val="1000"/>
              </a:spcBef>
              <a:spcAft>
                <a:spcPts val="0"/>
              </a:spcAft>
              <a:buClr>
                <a:schemeClr val="dk1"/>
              </a:buClr>
              <a:buSzPts val="3200"/>
              <a:buNone/>
              <a:defRPr b="1" sz="3200"/>
            </a:lvl9pPr>
          </a:lstStyle>
          <a:p/>
        </p:txBody>
      </p:sp>
      <p:sp>
        <p:nvSpPr>
          <p:cNvPr id="118" name="Google Shape;118;p114"/>
          <p:cNvSpPr txBox="1"/>
          <p:nvPr>
            <p:ph idx="2" type="body"/>
          </p:nvPr>
        </p:nvSpPr>
        <p:spPr>
          <a:xfrm>
            <a:off x="1679579" y="5010150"/>
            <a:ext cx="10315574" cy="736917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000"/>
              </a:spcBef>
              <a:spcAft>
                <a:spcPts val="0"/>
              </a:spcAft>
              <a:buClr>
                <a:schemeClr val="dk1"/>
              </a:buClr>
              <a:buSzPts val="1800"/>
              <a:buChar char="•"/>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0"/>
              </a:spcAft>
              <a:buClr>
                <a:schemeClr val="dk1"/>
              </a:buClr>
              <a:buSzPts val="1800"/>
              <a:buChar char="•"/>
              <a:defRPr/>
            </a:lvl9pPr>
          </a:lstStyle>
          <a:p/>
        </p:txBody>
      </p:sp>
      <p:sp>
        <p:nvSpPr>
          <p:cNvPr id="119" name="Google Shape;119;p114"/>
          <p:cNvSpPr txBox="1"/>
          <p:nvPr>
            <p:ph idx="3" type="body"/>
          </p:nvPr>
        </p:nvSpPr>
        <p:spPr>
          <a:xfrm>
            <a:off x="12344400" y="3362326"/>
            <a:ext cx="10366376" cy="164782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2000"/>
              </a:spcBef>
              <a:spcAft>
                <a:spcPts val="0"/>
              </a:spcAft>
              <a:buClr>
                <a:schemeClr val="dk1"/>
              </a:buClr>
              <a:buSzPts val="4800"/>
              <a:buNone/>
              <a:defRPr b="1" sz="4800"/>
            </a:lvl1pPr>
            <a:lvl2pPr indent="-228600" lvl="1" marL="914400" algn="l">
              <a:lnSpc>
                <a:spcPct val="90000"/>
              </a:lnSpc>
              <a:spcBef>
                <a:spcPts val="1000"/>
              </a:spcBef>
              <a:spcAft>
                <a:spcPts val="0"/>
              </a:spcAft>
              <a:buClr>
                <a:schemeClr val="dk1"/>
              </a:buClr>
              <a:buSzPts val="4000"/>
              <a:buNone/>
              <a:defRPr b="1" sz="4000"/>
            </a:lvl2pPr>
            <a:lvl3pPr indent="-228600" lvl="2" marL="1371600" algn="l">
              <a:lnSpc>
                <a:spcPct val="90000"/>
              </a:lnSpc>
              <a:spcBef>
                <a:spcPts val="1000"/>
              </a:spcBef>
              <a:spcAft>
                <a:spcPts val="0"/>
              </a:spcAft>
              <a:buClr>
                <a:schemeClr val="dk1"/>
              </a:buClr>
              <a:buSzPts val="3600"/>
              <a:buNone/>
              <a:defRPr b="1" sz="3600"/>
            </a:lvl3pPr>
            <a:lvl4pPr indent="-228600" lvl="3" marL="1828800" algn="l">
              <a:lnSpc>
                <a:spcPct val="90000"/>
              </a:lnSpc>
              <a:spcBef>
                <a:spcPts val="1000"/>
              </a:spcBef>
              <a:spcAft>
                <a:spcPts val="0"/>
              </a:spcAft>
              <a:buClr>
                <a:schemeClr val="dk1"/>
              </a:buClr>
              <a:buSzPts val="3200"/>
              <a:buNone/>
              <a:defRPr b="1" sz="3200"/>
            </a:lvl4pPr>
            <a:lvl5pPr indent="-228600" lvl="4" marL="2286000" algn="l">
              <a:lnSpc>
                <a:spcPct val="90000"/>
              </a:lnSpc>
              <a:spcBef>
                <a:spcPts val="1000"/>
              </a:spcBef>
              <a:spcAft>
                <a:spcPts val="0"/>
              </a:spcAft>
              <a:buClr>
                <a:schemeClr val="dk1"/>
              </a:buClr>
              <a:buSzPts val="3200"/>
              <a:buNone/>
              <a:defRPr b="1" sz="3200"/>
            </a:lvl5pPr>
            <a:lvl6pPr indent="-228600" lvl="5" marL="2743200" algn="l">
              <a:lnSpc>
                <a:spcPct val="90000"/>
              </a:lnSpc>
              <a:spcBef>
                <a:spcPts val="1000"/>
              </a:spcBef>
              <a:spcAft>
                <a:spcPts val="0"/>
              </a:spcAft>
              <a:buClr>
                <a:schemeClr val="dk1"/>
              </a:buClr>
              <a:buSzPts val="3200"/>
              <a:buNone/>
              <a:defRPr b="1" sz="3200"/>
            </a:lvl6pPr>
            <a:lvl7pPr indent="-228600" lvl="6" marL="3200400" algn="l">
              <a:lnSpc>
                <a:spcPct val="90000"/>
              </a:lnSpc>
              <a:spcBef>
                <a:spcPts val="1000"/>
              </a:spcBef>
              <a:spcAft>
                <a:spcPts val="0"/>
              </a:spcAft>
              <a:buClr>
                <a:schemeClr val="dk1"/>
              </a:buClr>
              <a:buSzPts val="3200"/>
              <a:buNone/>
              <a:defRPr b="1" sz="3200"/>
            </a:lvl7pPr>
            <a:lvl8pPr indent="-228600" lvl="7" marL="3657600" algn="l">
              <a:lnSpc>
                <a:spcPct val="90000"/>
              </a:lnSpc>
              <a:spcBef>
                <a:spcPts val="1000"/>
              </a:spcBef>
              <a:spcAft>
                <a:spcPts val="0"/>
              </a:spcAft>
              <a:buClr>
                <a:schemeClr val="dk1"/>
              </a:buClr>
              <a:buSzPts val="3200"/>
              <a:buNone/>
              <a:defRPr b="1" sz="3200"/>
            </a:lvl8pPr>
            <a:lvl9pPr indent="-228600" lvl="8" marL="4114800" algn="l">
              <a:lnSpc>
                <a:spcPct val="90000"/>
              </a:lnSpc>
              <a:spcBef>
                <a:spcPts val="1000"/>
              </a:spcBef>
              <a:spcAft>
                <a:spcPts val="0"/>
              </a:spcAft>
              <a:buClr>
                <a:schemeClr val="dk1"/>
              </a:buClr>
              <a:buSzPts val="3200"/>
              <a:buNone/>
              <a:defRPr b="1" sz="3200"/>
            </a:lvl9pPr>
          </a:lstStyle>
          <a:p/>
        </p:txBody>
      </p:sp>
      <p:sp>
        <p:nvSpPr>
          <p:cNvPr id="120" name="Google Shape;120;p114"/>
          <p:cNvSpPr txBox="1"/>
          <p:nvPr>
            <p:ph idx="4" type="body"/>
          </p:nvPr>
        </p:nvSpPr>
        <p:spPr>
          <a:xfrm>
            <a:off x="12344400" y="5010150"/>
            <a:ext cx="10366376" cy="736917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000"/>
              </a:spcBef>
              <a:spcAft>
                <a:spcPts val="0"/>
              </a:spcAft>
              <a:buClr>
                <a:schemeClr val="dk1"/>
              </a:buClr>
              <a:buSzPts val="1800"/>
              <a:buChar char="•"/>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0"/>
              </a:spcAft>
              <a:buClr>
                <a:schemeClr val="dk1"/>
              </a:buClr>
              <a:buSzPts val="1800"/>
              <a:buChar char="•"/>
              <a:defRPr/>
            </a:lvl9pPr>
          </a:lstStyle>
          <a:p/>
        </p:txBody>
      </p:sp>
      <p:sp>
        <p:nvSpPr>
          <p:cNvPr id="121" name="Google Shape;121;p114"/>
          <p:cNvSpPr txBox="1"/>
          <p:nvPr>
            <p:ph idx="10" type="dt"/>
          </p:nvPr>
        </p:nvSpPr>
        <p:spPr>
          <a:xfrm>
            <a:off x="1676400" y="12712703"/>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114"/>
          <p:cNvSpPr txBox="1"/>
          <p:nvPr>
            <p:ph idx="11" type="ftr"/>
          </p:nvPr>
        </p:nvSpPr>
        <p:spPr>
          <a:xfrm>
            <a:off x="8077200" y="12712703"/>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114"/>
          <p:cNvSpPr txBox="1"/>
          <p:nvPr>
            <p:ph idx="12" type="sldNum"/>
          </p:nvPr>
        </p:nvSpPr>
        <p:spPr>
          <a:xfrm>
            <a:off x="17221200" y="12712703"/>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124" name="Shape 124"/>
        <p:cNvGrpSpPr/>
        <p:nvPr/>
      </p:nvGrpSpPr>
      <p:grpSpPr>
        <a:xfrm>
          <a:off x="0" y="0"/>
          <a:ext cx="0" cy="0"/>
          <a:chOff x="0" y="0"/>
          <a:chExt cx="0" cy="0"/>
        </a:xfrm>
      </p:grpSpPr>
      <p:sp>
        <p:nvSpPr>
          <p:cNvPr id="125" name="Google Shape;125;p115"/>
          <p:cNvSpPr txBox="1"/>
          <p:nvPr>
            <p:ph type="title"/>
          </p:nvPr>
        </p:nvSpPr>
        <p:spPr>
          <a:xfrm>
            <a:off x="1676400" y="730253"/>
            <a:ext cx="21031200" cy="26511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115"/>
          <p:cNvSpPr txBox="1"/>
          <p:nvPr>
            <p:ph idx="10" type="dt"/>
          </p:nvPr>
        </p:nvSpPr>
        <p:spPr>
          <a:xfrm>
            <a:off x="1676400" y="12712703"/>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115"/>
          <p:cNvSpPr txBox="1"/>
          <p:nvPr>
            <p:ph idx="11" type="ftr"/>
          </p:nvPr>
        </p:nvSpPr>
        <p:spPr>
          <a:xfrm>
            <a:off x="8077200" y="12712703"/>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115"/>
          <p:cNvSpPr txBox="1"/>
          <p:nvPr>
            <p:ph idx="12" type="sldNum"/>
          </p:nvPr>
        </p:nvSpPr>
        <p:spPr>
          <a:xfrm>
            <a:off x="17221200" y="12712703"/>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29" name="Shape 129"/>
        <p:cNvGrpSpPr/>
        <p:nvPr/>
      </p:nvGrpSpPr>
      <p:grpSpPr>
        <a:xfrm>
          <a:off x="0" y="0"/>
          <a:ext cx="0" cy="0"/>
          <a:chOff x="0" y="0"/>
          <a:chExt cx="0" cy="0"/>
        </a:xfrm>
      </p:grpSpPr>
      <p:sp>
        <p:nvSpPr>
          <p:cNvPr id="130" name="Google Shape;130;p116"/>
          <p:cNvSpPr txBox="1"/>
          <p:nvPr>
            <p:ph idx="10" type="dt"/>
          </p:nvPr>
        </p:nvSpPr>
        <p:spPr>
          <a:xfrm>
            <a:off x="1676400" y="12712703"/>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116"/>
          <p:cNvSpPr txBox="1"/>
          <p:nvPr>
            <p:ph idx="11" type="ftr"/>
          </p:nvPr>
        </p:nvSpPr>
        <p:spPr>
          <a:xfrm>
            <a:off x="8077200" y="12712703"/>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116"/>
          <p:cNvSpPr txBox="1"/>
          <p:nvPr>
            <p:ph idx="12" type="sldNum"/>
          </p:nvPr>
        </p:nvSpPr>
        <p:spPr>
          <a:xfrm>
            <a:off x="17221200" y="12712703"/>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133" name="Shape 133"/>
        <p:cNvGrpSpPr/>
        <p:nvPr/>
      </p:nvGrpSpPr>
      <p:grpSpPr>
        <a:xfrm>
          <a:off x="0" y="0"/>
          <a:ext cx="0" cy="0"/>
          <a:chOff x="0" y="0"/>
          <a:chExt cx="0" cy="0"/>
        </a:xfrm>
      </p:grpSpPr>
      <p:sp>
        <p:nvSpPr>
          <p:cNvPr id="134" name="Google Shape;134;p117"/>
          <p:cNvSpPr txBox="1"/>
          <p:nvPr>
            <p:ph type="title"/>
          </p:nvPr>
        </p:nvSpPr>
        <p:spPr>
          <a:xfrm>
            <a:off x="1679579" y="914400"/>
            <a:ext cx="7864474" cy="3200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400"/>
              <a:buFont typeface="Calibri"/>
              <a:buNone/>
              <a:defRPr sz="6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117"/>
          <p:cNvSpPr txBox="1"/>
          <p:nvPr>
            <p:ph idx="1" type="body"/>
          </p:nvPr>
        </p:nvSpPr>
        <p:spPr>
          <a:xfrm>
            <a:off x="10366376" y="1974853"/>
            <a:ext cx="12344400" cy="9747250"/>
          </a:xfrm>
          <a:prstGeom prst="rect">
            <a:avLst/>
          </a:prstGeom>
          <a:noFill/>
          <a:ln>
            <a:noFill/>
          </a:ln>
        </p:spPr>
        <p:txBody>
          <a:bodyPr anchorCtr="0" anchor="t" bIns="45700" lIns="91425" spcFirstLastPara="1" rIns="91425" wrap="square" tIns="45700">
            <a:normAutofit/>
          </a:bodyPr>
          <a:lstStyle>
            <a:lvl1pPr indent="-635000" lvl="0" marL="457200" algn="l">
              <a:lnSpc>
                <a:spcPct val="90000"/>
              </a:lnSpc>
              <a:spcBef>
                <a:spcPts val="2000"/>
              </a:spcBef>
              <a:spcAft>
                <a:spcPts val="0"/>
              </a:spcAft>
              <a:buClr>
                <a:schemeClr val="dk1"/>
              </a:buClr>
              <a:buSzPts val="6400"/>
              <a:buChar char="•"/>
              <a:defRPr sz="6400"/>
            </a:lvl1pPr>
            <a:lvl2pPr indent="-584200" lvl="1" marL="914400" algn="l">
              <a:lnSpc>
                <a:spcPct val="90000"/>
              </a:lnSpc>
              <a:spcBef>
                <a:spcPts val="1000"/>
              </a:spcBef>
              <a:spcAft>
                <a:spcPts val="0"/>
              </a:spcAft>
              <a:buClr>
                <a:schemeClr val="dk1"/>
              </a:buClr>
              <a:buSzPts val="5600"/>
              <a:buChar char="•"/>
              <a:defRPr sz="5600"/>
            </a:lvl2pPr>
            <a:lvl3pPr indent="-533400" lvl="2" marL="1371600" algn="l">
              <a:lnSpc>
                <a:spcPct val="90000"/>
              </a:lnSpc>
              <a:spcBef>
                <a:spcPts val="1000"/>
              </a:spcBef>
              <a:spcAft>
                <a:spcPts val="0"/>
              </a:spcAft>
              <a:buClr>
                <a:schemeClr val="dk1"/>
              </a:buClr>
              <a:buSzPts val="4800"/>
              <a:buChar char="•"/>
              <a:defRPr sz="4800"/>
            </a:lvl3pPr>
            <a:lvl4pPr indent="-482600" lvl="3" marL="1828800" algn="l">
              <a:lnSpc>
                <a:spcPct val="90000"/>
              </a:lnSpc>
              <a:spcBef>
                <a:spcPts val="1000"/>
              </a:spcBef>
              <a:spcAft>
                <a:spcPts val="0"/>
              </a:spcAft>
              <a:buClr>
                <a:schemeClr val="dk1"/>
              </a:buClr>
              <a:buSzPts val="4000"/>
              <a:buChar char="•"/>
              <a:defRPr sz="4000"/>
            </a:lvl4pPr>
            <a:lvl5pPr indent="-482600" lvl="4" marL="2286000" algn="l">
              <a:lnSpc>
                <a:spcPct val="90000"/>
              </a:lnSpc>
              <a:spcBef>
                <a:spcPts val="1000"/>
              </a:spcBef>
              <a:spcAft>
                <a:spcPts val="0"/>
              </a:spcAft>
              <a:buClr>
                <a:schemeClr val="dk1"/>
              </a:buClr>
              <a:buSzPts val="4000"/>
              <a:buChar char="•"/>
              <a:defRPr sz="4000"/>
            </a:lvl5pPr>
            <a:lvl6pPr indent="-482600" lvl="5" marL="2743200" algn="l">
              <a:lnSpc>
                <a:spcPct val="90000"/>
              </a:lnSpc>
              <a:spcBef>
                <a:spcPts val="1000"/>
              </a:spcBef>
              <a:spcAft>
                <a:spcPts val="0"/>
              </a:spcAft>
              <a:buClr>
                <a:schemeClr val="dk1"/>
              </a:buClr>
              <a:buSzPts val="4000"/>
              <a:buChar char="•"/>
              <a:defRPr sz="4000"/>
            </a:lvl6pPr>
            <a:lvl7pPr indent="-482600" lvl="6" marL="3200400" algn="l">
              <a:lnSpc>
                <a:spcPct val="90000"/>
              </a:lnSpc>
              <a:spcBef>
                <a:spcPts val="1000"/>
              </a:spcBef>
              <a:spcAft>
                <a:spcPts val="0"/>
              </a:spcAft>
              <a:buClr>
                <a:schemeClr val="dk1"/>
              </a:buClr>
              <a:buSzPts val="4000"/>
              <a:buChar char="•"/>
              <a:defRPr sz="4000"/>
            </a:lvl7pPr>
            <a:lvl8pPr indent="-482600" lvl="7" marL="3657600" algn="l">
              <a:lnSpc>
                <a:spcPct val="90000"/>
              </a:lnSpc>
              <a:spcBef>
                <a:spcPts val="1000"/>
              </a:spcBef>
              <a:spcAft>
                <a:spcPts val="0"/>
              </a:spcAft>
              <a:buClr>
                <a:schemeClr val="dk1"/>
              </a:buClr>
              <a:buSzPts val="4000"/>
              <a:buChar char="•"/>
              <a:defRPr sz="4000"/>
            </a:lvl8pPr>
            <a:lvl9pPr indent="-482600" lvl="8" marL="4114800" algn="l">
              <a:lnSpc>
                <a:spcPct val="90000"/>
              </a:lnSpc>
              <a:spcBef>
                <a:spcPts val="1000"/>
              </a:spcBef>
              <a:spcAft>
                <a:spcPts val="0"/>
              </a:spcAft>
              <a:buClr>
                <a:schemeClr val="dk1"/>
              </a:buClr>
              <a:buSzPts val="4000"/>
              <a:buChar char="•"/>
              <a:defRPr sz="4000"/>
            </a:lvl9pPr>
          </a:lstStyle>
          <a:p/>
        </p:txBody>
      </p:sp>
      <p:sp>
        <p:nvSpPr>
          <p:cNvPr id="136" name="Google Shape;136;p117"/>
          <p:cNvSpPr txBox="1"/>
          <p:nvPr>
            <p:ph idx="2" type="body"/>
          </p:nvPr>
        </p:nvSpPr>
        <p:spPr>
          <a:xfrm>
            <a:off x="1679579" y="4114800"/>
            <a:ext cx="7864474" cy="762317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2000"/>
              </a:spcBef>
              <a:spcAft>
                <a:spcPts val="0"/>
              </a:spcAft>
              <a:buClr>
                <a:schemeClr val="dk1"/>
              </a:buClr>
              <a:buSzPts val="3200"/>
              <a:buNone/>
              <a:defRPr sz="3200"/>
            </a:lvl1pPr>
            <a:lvl2pPr indent="-228600" lvl="1" marL="914400" algn="l">
              <a:lnSpc>
                <a:spcPct val="90000"/>
              </a:lnSpc>
              <a:spcBef>
                <a:spcPts val="1000"/>
              </a:spcBef>
              <a:spcAft>
                <a:spcPts val="0"/>
              </a:spcAft>
              <a:buClr>
                <a:schemeClr val="dk1"/>
              </a:buClr>
              <a:buSzPts val="2800"/>
              <a:buNone/>
              <a:defRPr sz="2800"/>
            </a:lvl2pPr>
            <a:lvl3pPr indent="-228600" lvl="2" marL="1371600" algn="l">
              <a:lnSpc>
                <a:spcPct val="90000"/>
              </a:lnSpc>
              <a:spcBef>
                <a:spcPts val="1000"/>
              </a:spcBef>
              <a:spcAft>
                <a:spcPts val="0"/>
              </a:spcAft>
              <a:buClr>
                <a:schemeClr val="dk1"/>
              </a:buClr>
              <a:buSzPts val="2400"/>
              <a:buNone/>
              <a:defRPr sz="2400"/>
            </a:lvl3pPr>
            <a:lvl4pPr indent="-228600" lvl="3" marL="1828800" algn="l">
              <a:lnSpc>
                <a:spcPct val="90000"/>
              </a:lnSpc>
              <a:spcBef>
                <a:spcPts val="1000"/>
              </a:spcBef>
              <a:spcAft>
                <a:spcPts val="0"/>
              </a:spcAft>
              <a:buClr>
                <a:schemeClr val="dk1"/>
              </a:buClr>
              <a:buSzPts val="2000"/>
              <a:buNone/>
              <a:defRPr sz="2000"/>
            </a:lvl4pPr>
            <a:lvl5pPr indent="-228600" lvl="4" marL="2286000" algn="l">
              <a:lnSpc>
                <a:spcPct val="90000"/>
              </a:lnSpc>
              <a:spcBef>
                <a:spcPts val="1000"/>
              </a:spcBef>
              <a:spcAft>
                <a:spcPts val="0"/>
              </a:spcAft>
              <a:buClr>
                <a:schemeClr val="dk1"/>
              </a:buClr>
              <a:buSzPts val="2000"/>
              <a:buNone/>
              <a:defRPr sz="2000"/>
            </a:lvl5pPr>
            <a:lvl6pPr indent="-228600" lvl="5" marL="2743200" algn="l">
              <a:lnSpc>
                <a:spcPct val="90000"/>
              </a:lnSpc>
              <a:spcBef>
                <a:spcPts val="1000"/>
              </a:spcBef>
              <a:spcAft>
                <a:spcPts val="0"/>
              </a:spcAft>
              <a:buClr>
                <a:schemeClr val="dk1"/>
              </a:buClr>
              <a:buSzPts val="2000"/>
              <a:buNone/>
              <a:defRPr sz="2000"/>
            </a:lvl6pPr>
            <a:lvl7pPr indent="-228600" lvl="6" marL="3200400" algn="l">
              <a:lnSpc>
                <a:spcPct val="90000"/>
              </a:lnSpc>
              <a:spcBef>
                <a:spcPts val="1000"/>
              </a:spcBef>
              <a:spcAft>
                <a:spcPts val="0"/>
              </a:spcAft>
              <a:buClr>
                <a:schemeClr val="dk1"/>
              </a:buClr>
              <a:buSzPts val="2000"/>
              <a:buNone/>
              <a:defRPr sz="2000"/>
            </a:lvl7pPr>
            <a:lvl8pPr indent="-228600" lvl="7" marL="3657600" algn="l">
              <a:lnSpc>
                <a:spcPct val="90000"/>
              </a:lnSpc>
              <a:spcBef>
                <a:spcPts val="1000"/>
              </a:spcBef>
              <a:spcAft>
                <a:spcPts val="0"/>
              </a:spcAft>
              <a:buClr>
                <a:schemeClr val="dk1"/>
              </a:buClr>
              <a:buSzPts val="2000"/>
              <a:buNone/>
              <a:defRPr sz="2000"/>
            </a:lvl8pPr>
            <a:lvl9pPr indent="-228600" lvl="8" marL="4114800" algn="l">
              <a:lnSpc>
                <a:spcPct val="90000"/>
              </a:lnSpc>
              <a:spcBef>
                <a:spcPts val="1000"/>
              </a:spcBef>
              <a:spcAft>
                <a:spcPts val="0"/>
              </a:spcAft>
              <a:buClr>
                <a:schemeClr val="dk1"/>
              </a:buClr>
              <a:buSzPts val="2000"/>
              <a:buNone/>
              <a:defRPr sz="2000"/>
            </a:lvl9pPr>
          </a:lstStyle>
          <a:p/>
        </p:txBody>
      </p:sp>
      <p:sp>
        <p:nvSpPr>
          <p:cNvPr id="137" name="Google Shape;137;p117"/>
          <p:cNvSpPr txBox="1"/>
          <p:nvPr>
            <p:ph idx="10" type="dt"/>
          </p:nvPr>
        </p:nvSpPr>
        <p:spPr>
          <a:xfrm>
            <a:off x="1676400" y="12712703"/>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117"/>
          <p:cNvSpPr txBox="1"/>
          <p:nvPr>
            <p:ph idx="11" type="ftr"/>
          </p:nvPr>
        </p:nvSpPr>
        <p:spPr>
          <a:xfrm>
            <a:off x="8077200" y="12712703"/>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117"/>
          <p:cNvSpPr txBox="1"/>
          <p:nvPr>
            <p:ph idx="12" type="sldNum"/>
          </p:nvPr>
        </p:nvSpPr>
        <p:spPr>
          <a:xfrm>
            <a:off x="17221200" y="12712703"/>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140" name="Shape 140"/>
        <p:cNvGrpSpPr/>
        <p:nvPr/>
      </p:nvGrpSpPr>
      <p:grpSpPr>
        <a:xfrm>
          <a:off x="0" y="0"/>
          <a:ext cx="0" cy="0"/>
          <a:chOff x="0" y="0"/>
          <a:chExt cx="0" cy="0"/>
        </a:xfrm>
      </p:grpSpPr>
      <p:sp>
        <p:nvSpPr>
          <p:cNvPr id="141" name="Google Shape;141;p118"/>
          <p:cNvSpPr txBox="1"/>
          <p:nvPr>
            <p:ph type="title"/>
          </p:nvPr>
        </p:nvSpPr>
        <p:spPr>
          <a:xfrm>
            <a:off x="1679579" y="914400"/>
            <a:ext cx="7864474" cy="3200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400"/>
              <a:buFont typeface="Calibri"/>
              <a:buNone/>
              <a:defRPr sz="6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118"/>
          <p:cNvSpPr/>
          <p:nvPr>
            <p:ph idx="2" type="pic"/>
          </p:nvPr>
        </p:nvSpPr>
        <p:spPr>
          <a:xfrm>
            <a:off x="10366376" y="1974853"/>
            <a:ext cx="12344400" cy="9747250"/>
          </a:xfrm>
          <a:prstGeom prst="rect">
            <a:avLst/>
          </a:prstGeom>
          <a:noFill/>
          <a:ln>
            <a:noFill/>
          </a:ln>
        </p:spPr>
      </p:sp>
      <p:sp>
        <p:nvSpPr>
          <p:cNvPr id="143" name="Google Shape;143;p118"/>
          <p:cNvSpPr txBox="1"/>
          <p:nvPr>
            <p:ph idx="1" type="body"/>
          </p:nvPr>
        </p:nvSpPr>
        <p:spPr>
          <a:xfrm>
            <a:off x="1679579" y="4114800"/>
            <a:ext cx="7864474" cy="762317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2000"/>
              </a:spcBef>
              <a:spcAft>
                <a:spcPts val="0"/>
              </a:spcAft>
              <a:buClr>
                <a:schemeClr val="dk1"/>
              </a:buClr>
              <a:buSzPts val="3200"/>
              <a:buNone/>
              <a:defRPr sz="3200"/>
            </a:lvl1pPr>
            <a:lvl2pPr indent="-228600" lvl="1" marL="914400" algn="l">
              <a:lnSpc>
                <a:spcPct val="90000"/>
              </a:lnSpc>
              <a:spcBef>
                <a:spcPts val="1000"/>
              </a:spcBef>
              <a:spcAft>
                <a:spcPts val="0"/>
              </a:spcAft>
              <a:buClr>
                <a:schemeClr val="dk1"/>
              </a:buClr>
              <a:buSzPts val="2800"/>
              <a:buNone/>
              <a:defRPr sz="2800"/>
            </a:lvl2pPr>
            <a:lvl3pPr indent="-228600" lvl="2" marL="1371600" algn="l">
              <a:lnSpc>
                <a:spcPct val="90000"/>
              </a:lnSpc>
              <a:spcBef>
                <a:spcPts val="1000"/>
              </a:spcBef>
              <a:spcAft>
                <a:spcPts val="0"/>
              </a:spcAft>
              <a:buClr>
                <a:schemeClr val="dk1"/>
              </a:buClr>
              <a:buSzPts val="2400"/>
              <a:buNone/>
              <a:defRPr sz="2400"/>
            </a:lvl3pPr>
            <a:lvl4pPr indent="-228600" lvl="3" marL="1828800" algn="l">
              <a:lnSpc>
                <a:spcPct val="90000"/>
              </a:lnSpc>
              <a:spcBef>
                <a:spcPts val="1000"/>
              </a:spcBef>
              <a:spcAft>
                <a:spcPts val="0"/>
              </a:spcAft>
              <a:buClr>
                <a:schemeClr val="dk1"/>
              </a:buClr>
              <a:buSzPts val="2000"/>
              <a:buNone/>
              <a:defRPr sz="2000"/>
            </a:lvl4pPr>
            <a:lvl5pPr indent="-228600" lvl="4" marL="2286000" algn="l">
              <a:lnSpc>
                <a:spcPct val="90000"/>
              </a:lnSpc>
              <a:spcBef>
                <a:spcPts val="1000"/>
              </a:spcBef>
              <a:spcAft>
                <a:spcPts val="0"/>
              </a:spcAft>
              <a:buClr>
                <a:schemeClr val="dk1"/>
              </a:buClr>
              <a:buSzPts val="2000"/>
              <a:buNone/>
              <a:defRPr sz="2000"/>
            </a:lvl5pPr>
            <a:lvl6pPr indent="-228600" lvl="5" marL="2743200" algn="l">
              <a:lnSpc>
                <a:spcPct val="90000"/>
              </a:lnSpc>
              <a:spcBef>
                <a:spcPts val="1000"/>
              </a:spcBef>
              <a:spcAft>
                <a:spcPts val="0"/>
              </a:spcAft>
              <a:buClr>
                <a:schemeClr val="dk1"/>
              </a:buClr>
              <a:buSzPts val="2000"/>
              <a:buNone/>
              <a:defRPr sz="2000"/>
            </a:lvl6pPr>
            <a:lvl7pPr indent="-228600" lvl="6" marL="3200400" algn="l">
              <a:lnSpc>
                <a:spcPct val="90000"/>
              </a:lnSpc>
              <a:spcBef>
                <a:spcPts val="1000"/>
              </a:spcBef>
              <a:spcAft>
                <a:spcPts val="0"/>
              </a:spcAft>
              <a:buClr>
                <a:schemeClr val="dk1"/>
              </a:buClr>
              <a:buSzPts val="2000"/>
              <a:buNone/>
              <a:defRPr sz="2000"/>
            </a:lvl7pPr>
            <a:lvl8pPr indent="-228600" lvl="7" marL="3657600" algn="l">
              <a:lnSpc>
                <a:spcPct val="90000"/>
              </a:lnSpc>
              <a:spcBef>
                <a:spcPts val="1000"/>
              </a:spcBef>
              <a:spcAft>
                <a:spcPts val="0"/>
              </a:spcAft>
              <a:buClr>
                <a:schemeClr val="dk1"/>
              </a:buClr>
              <a:buSzPts val="2000"/>
              <a:buNone/>
              <a:defRPr sz="2000"/>
            </a:lvl8pPr>
            <a:lvl9pPr indent="-228600" lvl="8" marL="4114800" algn="l">
              <a:lnSpc>
                <a:spcPct val="90000"/>
              </a:lnSpc>
              <a:spcBef>
                <a:spcPts val="1000"/>
              </a:spcBef>
              <a:spcAft>
                <a:spcPts val="0"/>
              </a:spcAft>
              <a:buClr>
                <a:schemeClr val="dk1"/>
              </a:buClr>
              <a:buSzPts val="2000"/>
              <a:buNone/>
              <a:defRPr sz="2000"/>
            </a:lvl9pPr>
          </a:lstStyle>
          <a:p/>
        </p:txBody>
      </p:sp>
      <p:sp>
        <p:nvSpPr>
          <p:cNvPr id="144" name="Google Shape;144;p118"/>
          <p:cNvSpPr txBox="1"/>
          <p:nvPr>
            <p:ph idx="10" type="dt"/>
          </p:nvPr>
        </p:nvSpPr>
        <p:spPr>
          <a:xfrm>
            <a:off x="1676400" y="12712703"/>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118"/>
          <p:cNvSpPr txBox="1"/>
          <p:nvPr>
            <p:ph idx="11" type="ftr"/>
          </p:nvPr>
        </p:nvSpPr>
        <p:spPr>
          <a:xfrm>
            <a:off x="8077200" y="12712703"/>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118"/>
          <p:cNvSpPr txBox="1"/>
          <p:nvPr>
            <p:ph idx="12" type="sldNum"/>
          </p:nvPr>
        </p:nvSpPr>
        <p:spPr>
          <a:xfrm>
            <a:off x="17221200" y="12712703"/>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47" name="Shape 147"/>
        <p:cNvGrpSpPr/>
        <p:nvPr/>
      </p:nvGrpSpPr>
      <p:grpSpPr>
        <a:xfrm>
          <a:off x="0" y="0"/>
          <a:ext cx="0" cy="0"/>
          <a:chOff x="0" y="0"/>
          <a:chExt cx="0" cy="0"/>
        </a:xfrm>
      </p:grpSpPr>
      <p:sp>
        <p:nvSpPr>
          <p:cNvPr id="148" name="Google Shape;148;p119"/>
          <p:cNvSpPr txBox="1"/>
          <p:nvPr>
            <p:ph type="title"/>
          </p:nvPr>
        </p:nvSpPr>
        <p:spPr>
          <a:xfrm>
            <a:off x="1676400" y="730253"/>
            <a:ext cx="21031200" cy="26511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119"/>
          <p:cNvSpPr txBox="1"/>
          <p:nvPr>
            <p:ph idx="1" type="body"/>
          </p:nvPr>
        </p:nvSpPr>
        <p:spPr>
          <a:xfrm rot="5400000">
            <a:off x="7840662" y="-2513012"/>
            <a:ext cx="8702676" cy="2103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000"/>
              </a:spcBef>
              <a:spcAft>
                <a:spcPts val="0"/>
              </a:spcAft>
              <a:buClr>
                <a:schemeClr val="dk1"/>
              </a:buClr>
              <a:buSzPts val="1800"/>
              <a:buChar char="•"/>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0"/>
              </a:spcAft>
              <a:buClr>
                <a:schemeClr val="dk1"/>
              </a:buClr>
              <a:buSzPts val="1800"/>
              <a:buChar char="•"/>
              <a:defRPr/>
            </a:lvl9pPr>
          </a:lstStyle>
          <a:p/>
        </p:txBody>
      </p:sp>
      <p:sp>
        <p:nvSpPr>
          <p:cNvPr id="150" name="Google Shape;150;p119"/>
          <p:cNvSpPr txBox="1"/>
          <p:nvPr>
            <p:ph idx="10" type="dt"/>
          </p:nvPr>
        </p:nvSpPr>
        <p:spPr>
          <a:xfrm>
            <a:off x="1676400" y="12712703"/>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119"/>
          <p:cNvSpPr txBox="1"/>
          <p:nvPr>
            <p:ph idx="11" type="ftr"/>
          </p:nvPr>
        </p:nvSpPr>
        <p:spPr>
          <a:xfrm>
            <a:off x="8077200" y="12712703"/>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119"/>
          <p:cNvSpPr txBox="1"/>
          <p:nvPr>
            <p:ph idx="12" type="sldNum"/>
          </p:nvPr>
        </p:nvSpPr>
        <p:spPr>
          <a:xfrm>
            <a:off x="17221200" y="12712703"/>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53" name="Shape 153"/>
        <p:cNvGrpSpPr/>
        <p:nvPr/>
      </p:nvGrpSpPr>
      <p:grpSpPr>
        <a:xfrm>
          <a:off x="0" y="0"/>
          <a:ext cx="0" cy="0"/>
          <a:chOff x="0" y="0"/>
          <a:chExt cx="0" cy="0"/>
        </a:xfrm>
      </p:grpSpPr>
      <p:sp>
        <p:nvSpPr>
          <p:cNvPr id="154" name="Google Shape;154;p120"/>
          <p:cNvSpPr txBox="1"/>
          <p:nvPr>
            <p:ph type="title"/>
          </p:nvPr>
        </p:nvSpPr>
        <p:spPr>
          <a:xfrm rot="5400000">
            <a:off x="14266862" y="3913188"/>
            <a:ext cx="11623676" cy="52578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120"/>
          <p:cNvSpPr txBox="1"/>
          <p:nvPr>
            <p:ph idx="1" type="body"/>
          </p:nvPr>
        </p:nvSpPr>
        <p:spPr>
          <a:xfrm rot="5400000">
            <a:off x="3598862" y="-1192212"/>
            <a:ext cx="11623676" cy="15468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000"/>
              </a:spcBef>
              <a:spcAft>
                <a:spcPts val="0"/>
              </a:spcAft>
              <a:buClr>
                <a:schemeClr val="dk1"/>
              </a:buClr>
              <a:buSzPts val="1800"/>
              <a:buChar char="•"/>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0"/>
              </a:spcAft>
              <a:buClr>
                <a:schemeClr val="dk1"/>
              </a:buClr>
              <a:buSzPts val="1800"/>
              <a:buChar char="•"/>
              <a:defRPr/>
            </a:lvl9pPr>
          </a:lstStyle>
          <a:p/>
        </p:txBody>
      </p:sp>
      <p:sp>
        <p:nvSpPr>
          <p:cNvPr id="156" name="Google Shape;156;p120"/>
          <p:cNvSpPr txBox="1"/>
          <p:nvPr>
            <p:ph idx="10" type="dt"/>
          </p:nvPr>
        </p:nvSpPr>
        <p:spPr>
          <a:xfrm>
            <a:off x="1676400" y="12712703"/>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120"/>
          <p:cNvSpPr txBox="1"/>
          <p:nvPr>
            <p:ph idx="11" type="ftr"/>
          </p:nvPr>
        </p:nvSpPr>
        <p:spPr>
          <a:xfrm>
            <a:off x="8077200" y="12712703"/>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120"/>
          <p:cNvSpPr txBox="1"/>
          <p:nvPr>
            <p:ph idx="12" type="sldNum"/>
          </p:nvPr>
        </p:nvSpPr>
        <p:spPr>
          <a:xfrm>
            <a:off x="17221200" y="12712703"/>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bg>
      <p:bgPr>
        <a:blipFill>
          <a:blip r:embed="rId2">
            <a:alphaModFix/>
          </a:blip>
          <a:stretch>
            <a:fillRect/>
          </a:stretch>
        </a:blipFill>
      </p:bgPr>
    </p:bg>
    <p:spTree>
      <p:nvGrpSpPr>
        <p:cNvPr id="165" name="Shape 165"/>
        <p:cNvGrpSpPr/>
        <p:nvPr/>
      </p:nvGrpSpPr>
      <p:grpSpPr>
        <a:xfrm>
          <a:off x="0" y="0"/>
          <a:ext cx="0" cy="0"/>
          <a:chOff x="0" y="0"/>
          <a:chExt cx="0" cy="0"/>
        </a:xfrm>
      </p:grpSpPr>
      <p:sp>
        <p:nvSpPr>
          <p:cNvPr id="166" name="Google Shape;166;p39"/>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 name="Google Shape;167;p39"/>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p39"/>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69" name="Shape 169"/>
        <p:cNvGrpSpPr/>
        <p:nvPr/>
      </p:nvGrpSpPr>
      <p:grpSpPr>
        <a:xfrm>
          <a:off x="0" y="0"/>
          <a:ext cx="0" cy="0"/>
          <a:chOff x="0" y="0"/>
          <a:chExt cx="0" cy="0"/>
        </a:xfrm>
      </p:grpSpPr>
      <p:sp>
        <p:nvSpPr>
          <p:cNvPr id="170" name="Google Shape;170;p41"/>
          <p:cNvSpPr txBox="1"/>
          <p:nvPr>
            <p:ph type="ctrTitle"/>
          </p:nvPr>
        </p:nvSpPr>
        <p:spPr>
          <a:xfrm>
            <a:off x="3048000" y="2244726"/>
            <a:ext cx="18288000" cy="47752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12000"/>
              <a:buFont typeface="Calibri"/>
              <a:buNone/>
              <a:defRPr sz="1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 name="Google Shape;171;p41"/>
          <p:cNvSpPr txBox="1"/>
          <p:nvPr>
            <p:ph idx="1" type="subTitle"/>
          </p:nvPr>
        </p:nvSpPr>
        <p:spPr>
          <a:xfrm>
            <a:off x="3048000" y="7204076"/>
            <a:ext cx="18288000" cy="3311524"/>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2000"/>
              </a:spcBef>
              <a:spcAft>
                <a:spcPts val="0"/>
              </a:spcAft>
              <a:buClr>
                <a:schemeClr val="dk1"/>
              </a:buClr>
              <a:buSzPts val="4800"/>
              <a:buNone/>
              <a:defRPr sz="4800"/>
            </a:lvl1pPr>
            <a:lvl2pPr lvl="1" algn="ctr">
              <a:lnSpc>
                <a:spcPct val="90000"/>
              </a:lnSpc>
              <a:spcBef>
                <a:spcPts val="1000"/>
              </a:spcBef>
              <a:spcAft>
                <a:spcPts val="0"/>
              </a:spcAft>
              <a:buClr>
                <a:schemeClr val="dk1"/>
              </a:buClr>
              <a:buSzPts val="4000"/>
              <a:buNone/>
              <a:defRPr sz="4000"/>
            </a:lvl2pPr>
            <a:lvl3pPr lvl="2" algn="ctr">
              <a:lnSpc>
                <a:spcPct val="90000"/>
              </a:lnSpc>
              <a:spcBef>
                <a:spcPts val="1000"/>
              </a:spcBef>
              <a:spcAft>
                <a:spcPts val="0"/>
              </a:spcAft>
              <a:buClr>
                <a:schemeClr val="dk1"/>
              </a:buClr>
              <a:buSzPts val="3600"/>
              <a:buNone/>
              <a:defRPr sz="3600"/>
            </a:lvl3pPr>
            <a:lvl4pPr lvl="3" algn="ctr">
              <a:lnSpc>
                <a:spcPct val="90000"/>
              </a:lnSpc>
              <a:spcBef>
                <a:spcPts val="1000"/>
              </a:spcBef>
              <a:spcAft>
                <a:spcPts val="0"/>
              </a:spcAft>
              <a:buClr>
                <a:schemeClr val="dk1"/>
              </a:buClr>
              <a:buSzPts val="3200"/>
              <a:buNone/>
              <a:defRPr sz="3200"/>
            </a:lvl4pPr>
            <a:lvl5pPr lvl="4" algn="ctr">
              <a:lnSpc>
                <a:spcPct val="90000"/>
              </a:lnSpc>
              <a:spcBef>
                <a:spcPts val="1000"/>
              </a:spcBef>
              <a:spcAft>
                <a:spcPts val="0"/>
              </a:spcAft>
              <a:buClr>
                <a:schemeClr val="dk1"/>
              </a:buClr>
              <a:buSzPts val="3200"/>
              <a:buNone/>
              <a:defRPr sz="3200"/>
            </a:lvl5pPr>
            <a:lvl6pPr lvl="5" algn="ctr">
              <a:lnSpc>
                <a:spcPct val="90000"/>
              </a:lnSpc>
              <a:spcBef>
                <a:spcPts val="1000"/>
              </a:spcBef>
              <a:spcAft>
                <a:spcPts val="0"/>
              </a:spcAft>
              <a:buClr>
                <a:schemeClr val="dk1"/>
              </a:buClr>
              <a:buSzPts val="3200"/>
              <a:buNone/>
              <a:defRPr sz="3200"/>
            </a:lvl6pPr>
            <a:lvl7pPr lvl="6" algn="ctr">
              <a:lnSpc>
                <a:spcPct val="90000"/>
              </a:lnSpc>
              <a:spcBef>
                <a:spcPts val="1000"/>
              </a:spcBef>
              <a:spcAft>
                <a:spcPts val="0"/>
              </a:spcAft>
              <a:buClr>
                <a:schemeClr val="dk1"/>
              </a:buClr>
              <a:buSzPts val="3200"/>
              <a:buNone/>
              <a:defRPr sz="3200"/>
            </a:lvl7pPr>
            <a:lvl8pPr lvl="7" algn="ctr">
              <a:lnSpc>
                <a:spcPct val="90000"/>
              </a:lnSpc>
              <a:spcBef>
                <a:spcPts val="1000"/>
              </a:spcBef>
              <a:spcAft>
                <a:spcPts val="0"/>
              </a:spcAft>
              <a:buClr>
                <a:schemeClr val="dk1"/>
              </a:buClr>
              <a:buSzPts val="3200"/>
              <a:buNone/>
              <a:defRPr sz="3200"/>
            </a:lvl8pPr>
            <a:lvl9pPr lvl="8" algn="ctr">
              <a:lnSpc>
                <a:spcPct val="90000"/>
              </a:lnSpc>
              <a:spcBef>
                <a:spcPts val="1000"/>
              </a:spcBef>
              <a:spcAft>
                <a:spcPts val="0"/>
              </a:spcAft>
              <a:buClr>
                <a:schemeClr val="dk1"/>
              </a:buClr>
              <a:buSzPts val="3200"/>
              <a:buNone/>
              <a:defRPr sz="3200"/>
            </a:lvl9pPr>
          </a:lstStyle>
          <a:p/>
        </p:txBody>
      </p:sp>
      <p:sp>
        <p:nvSpPr>
          <p:cNvPr id="172" name="Google Shape;172;p41"/>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p41"/>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4" name="Google Shape;174;p41"/>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5" name="Shape 175"/>
        <p:cNvGrpSpPr/>
        <p:nvPr/>
      </p:nvGrpSpPr>
      <p:grpSpPr>
        <a:xfrm>
          <a:off x="0" y="0"/>
          <a:ext cx="0" cy="0"/>
          <a:chOff x="0" y="0"/>
          <a:chExt cx="0" cy="0"/>
        </a:xfrm>
      </p:grpSpPr>
      <p:sp>
        <p:nvSpPr>
          <p:cNvPr id="176" name="Google Shape;176;p52"/>
          <p:cNvSpPr txBox="1"/>
          <p:nvPr>
            <p:ph type="title"/>
          </p:nvPr>
        </p:nvSpPr>
        <p:spPr>
          <a:xfrm>
            <a:off x="1676400" y="730251"/>
            <a:ext cx="21031200" cy="26511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 name="Google Shape;177;p52"/>
          <p:cNvSpPr txBox="1"/>
          <p:nvPr>
            <p:ph idx="1" type="body"/>
          </p:nvPr>
        </p:nvSpPr>
        <p:spPr>
          <a:xfrm>
            <a:off x="1676400" y="3651250"/>
            <a:ext cx="21031200" cy="870267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000"/>
              </a:spcBef>
              <a:spcAft>
                <a:spcPts val="0"/>
              </a:spcAft>
              <a:buClr>
                <a:schemeClr val="dk1"/>
              </a:buClr>
              <a:buSzPts val="1800"/>
              <a:buChar char="•"/>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0"/>
              </a:spcAft>
              <a:buClr>
                <a:schemeClr val="dk1"/>
              </a:buClr>
              <a:buSzPts val="1800"/>
              <a:buChar char="•"/>
              <a:defRPr/>
            </a:lvl9pPr>
          </a:lstStyle>
          <a:p/>
        </p:txBody>
      </p:sp>
      <p:sp>
        <p:nvSpPr>
          <p:cNvPr id="178" name="Google Shape;178;p52"/>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9" name="Google Shape;179;p52"/>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0" name="Google Shape;180;p52"/>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181" name="Shape 181"/>
        <p:cNvGrpSpPr/>
        <p:nvPr/>
      </p:nvGrpSpPr>
      <p:grpSpPr>
        <a:xfrm>
          <a:off x="0" y="0"/>
          <a:ext cx="0" cy="0"/>
          <a:chOff x="0" y="0"/>
          <a:chExt cx="0" cy="0"/>
        </a:xfrm>
      </p:grpSpPr>
      <p:sp>
        <p:nvSpPr>
          <p:cNvPr id="182" name="Google Shape;182;p53"/>
          <p:cNvSpPr txBox="1"/>
          <p:nvPr>
            <p:ph type="title"/>
          </p:nvPr>
        </p:nvSpPr>
        <p:spPr>
          <a:xfrm>
            <a:off x="1663700" y="3419477"/>
            <a:ext cx="21031200" cy="570547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2000"/>
              <a:buFont typeface="Calibri"/>
              <a:buNone/>
              <a:defRPr sz="1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3" name="Google Shape;183;p53"/>
          <p:cNvSpPr txBox="1"/>
          <p:nvPr>
            <p:ph idx="1" type="body"/>
          </p:nvPr>
        </p:nvSpPr>
        <p:spPr>
          <a:xfrm>
            <a:off x="1663700" y="9178927"/>
            <a:ext cx="21031200" cy="300037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2000"/>
              </a:spcBef>
              <a:spcAft>
                <a:spcPts val="0"/>
              </a:spcAft>
              <a:buClr>
                <a:srgbClr val="888888"/>
              </a:buClr>
              <a:buSzPts val="4800"/>
              <a:buNone/>
              <a:defRPr sz="4800">
                <a:solidFill>
                  <a:srgbClr val="888888"/>
                </a:solidFill>
              </a:defRPr>
            </a:lvl1pPr>
            <a:lvl2pPr indent="-228600" lvl="1" marL="914400" algn="l">
              <a:lnSpc>
                <a:spcPct val="90000"/>
              </a:lnSpc>
              <a:spcBef>
                <a:spcPts val="1000"/>
              </a:spcBef>
              <a:spcAft>
                <a:spcPts val="0"/>
              </a:spcAft>
              <a:buClr>
                <a:srgbClr val="888888"/>
              </a:buClr>
              <a:buSzPts val="4000"/>
              <a:buNone/>
              <a:defRPr sz="4000">
                <a:solidFill>
                  <a:srgbClr val="888888"/>
                </a:solidFill>
              </a:defRPr>
            </a:lvl2pPr>
            <a:lvl3pPr indent="-228600" lvl="2" marL="1371600" algn="l">
              <a:lnSpc>
                <a:spcPct val="90000"/>
              </a:lnSpc>
              <a:spcBef>
                <a:spcPts val="1000"/>
              </a:spcBef>
              <a:spcAft>
                <a:spcPts val="0"/>
              </a:spcAft>
              <a:buClr>
                <a:srgbClr val="888888"/>
              </a:buClr>
              <a:buSzPts val="3600"/>
              <a:buNone/>
              <a:defRPr sz="3600">
                <a:solidFill>
                  <a:srgbClr val="888888"/>
                </a:solidFill>
              </a:defRPr>
            </a:lvl3pPr>
            <a:lvl4pPr indent="-228600" lvl="3" marL="1828800" algn="l">
              <a:lnSpc>
                <a:spcPct val="90000"/>
              </a:lnSpc>
              <a:spcBef>
                <a:spcPts val="1000"/>
              </a:spcBef>
              <a:spcAft>
                <a:spcPts val="0"/>
              </a:spcAft>
              <a:buClr>
                <a:srgbClr val="888888"/>
              </a:buClr>
              <a:buSzPts val="3200"/>
              <a:buNone/>
              <a:defRPr sz="3200">
                <a:solidFill>
                  <a:srgbClr val="888888"/>
                </a:solidFill>
              </a:defRPr>
            </a:lvl4pPr>
            <a:lvl5pPr indent="-228600" lvl="4" marL="2286000" algn="l">
              <a:lnSpc>
                <a:spcPct val="90000"/>
              </a:lnSpc>
              <a:spcBef>
                <a:spcPts val="1000"/>
              </a:spcBef>
              <a:spcAft>
                <a:spcPts val="0"/>
              </a:spcAft>
              <a:buClr>
                <a:srgbClr val="888888"/>
              </a:buClr>
              <a:buSzPts val="3200"/>
              <a:buNone/>
              <a:defRPr sz="3200">
                <a:solidFill>
                  <a:srgbClr val="888888"/>
                </a:solidFill>
              </a:defRPr>
            </a:lvl5pPr>
            <a:lvl6pPr indent="-228600" lvl="5" marL="2743200" algn="l">
              <a:lnSpc>
                <a:spcPct val="90000"/>
              </a:lnSpc>
              <a:spcBef>
                <a:spcPts val="1000"/>
              </a:spcBef>
              <a:spcAft>
                <a:spcPts val="0"/>
              </a:spcAft>
              <a:buClr>
                <a:srgbClr val="888888"/>
              </a:buClr>
              <a:buSzPts val="3200"/>
              <a:buNone/>
              <a:defRPr sz="3200">
                <a:solidFill>
                  <a:srgbClr val="888888"/>
                </a:solidFill>
              </a:defRPr>
            </a:lvl6pPr>
            <a:lvl7pPr indent="-228600" lvl="6" marL="3200400" algn="l">
              <a:lnSpc>
                <a:spcPct val="90000"/>
              </a:lnSpc>
              <a:spcBef>
                <a:spcPts val="1000"/>
              </a:spcBef>
              <a:spcAft>
                <a:spcPts val="0"/>
              </a:spcAft>
              <a:buClr>
                <a:srgbClr val="888888"/>
              </a:buClr>
              <a:buSzPts val="3200"/>
              <a:buNone/>
              <a:defRPr sz="3200">
                <a:solidFill>
                  <a:srgbClr val="888888"/>
                </a:solidFill>
              </a:defRPr>
            </a:lvl7pPr>
            <a:lvl8pPr indent="-228600" lvl="7" marL="3657600" algn="l">
              <a:lnSpc>
                <a:spcPct val="90000"/>
              </a:lnSpc>
              <a:spcBef>
                <a:spcPts val="1000"/>
              </a:spcBef>
              <a:spcAft>
                <a:spcPts val="0"/>
              </a:spcAft>
              <a:buClr>
                <a:srgbClr val="888888"/>
              </a:buClr>
              <a:buSzPts val="3200"/>
              <a:buNone/>
              <a:defRPr sz="3200">
                <a:solidFill>
                  <a:srgbClr val="888888"/>
                </a:solidFill>
              </a:defRPr>
            </a:lvl8pPr>
            <a:lvl9pPr indent="-228600" lvl="8" marL="4114800" algn="l">
              <a:lnSpc>
                <a:spcPct val="90000"/>
              </a:lnSpc>
              <a:spcBef>
                <a:spcPts val="1000"/>
              </a:spcBef>
              <a:spcAft>
                <a:spcPts val="0"/>
              </a:spcAft>
              <a:buClr>
                <a:srgbClr val="888888"/>
              </a:buClr>
              <a:buSzPts val="3200"/>
              <a:buNone/>
              <a:defRPr sz="3200">
                <a:solidFill>
                  <a:srgbClr val="888888"/>
                </a:solidFill>
              </a:defRPr>
            </a:lvl9pPr>
          </a:lstStyle>
          <a:p/>
        </p:txBody>
      </p:sp>
      <p:sp>
        <p:nvSpPr>
          <p:cNvPr id="184" name="Google Shape;184;p53"/>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5" name="Google Shape;185;p53"/>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6" name="Google Shape;186;p53"/>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187" name="Shape 187"/>
        <p:cNvGrpSpPr/>
        <p:nvPr/>
      </p:nvGrpSpPr>
      <p:grpSpPr>
        <a:xfrm>
          <a:off x="0" y="0"/>
          <a:ext cx="0" cy="0"/>
          <a:chOff x="0" y="0"/>
          <a:chExt cx="0" cy="0"/>
        </a:xfrm>
      </p:grpSpPr>
      <p:sp>
        <p:nvSpPr>
          <p:cNvPr id="188" name="Google Shape;188;p54"/>
          <p:cNvSpPr txBox="1"/>
          <p:nvPr>
            <p:ph type="title"/>
          </p:nvPr>
        </p:nvSpPr>
        <p:spPr>
          <a:xfrm>
            <a:off x="1676400" y="730251"/>
            <a:ext cx="21031200" cy="26511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9" name="Google Shape;189;p54"/>
          <p:cNvSpPr txBox="1"/>
          <p:nvPr>
            <p:ph idx="1" type="body"/>
          </p:nvPr>
        </p:nvSpPr>
        <p:spPr>
          <a:xfrm>
            <a:off x="1676400" y="3651250"/>
            <a:ext cx="10363200" cy="870267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000"/>
              </a:spcBef>
              <a:spcAft>
                <a:spcPts val="0"/>
              </a:spcAft>
              <a:buClr>
                <a:schemeClr val="dk1"/>
              </a:buClr>
              <a:buSzPts val="1800"/>
              <a:buChar char="•"/>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0"/>
              </a:spcAft>
              <a:buClr>
                <a:schemeClr val="dk1"/>
              </a:buClr>
              <a:buSzPts val="1800"/>
              <a:buChar char="•"/>
              <a:defRPr/>
            </a:lvl9pPr>
          </a:lstStyle>
          <a:p/>
        </p:txBody>
      </p:sp>
      <p:sp>
        <p:nvSpPr>
          <p:cNvPr id="190" name="Google Shape;190;p54"/>
          <p:cNvSpPr txBox="1"/>
          <p:nvPr>
            <p:ph idx="2" type="body"/>
          </p:nvPr>
        </p:nvSpPr>
        <p:spPr>
          <a:xfrm>
            <a:off x="12344400" y="3651250"/>
            <a:ext cx="10363200" cy="870267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000"/>
              </a:spcBef>
              <a:spcAft>
                <a:spcPts val="0"/>
              </a:spcAft>
              <a:buClr>
                <a:schemeClr val="dk1"/>
              </a:buClr>
              <a:buSzPts val="1800"/>
              <a:buChar char="•"/>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0"/>
              </a:spcAft>
              <a:buClr>
                <a:schemeClr val="dk1"/>
              </a:buClr>
              <a:buSzPts val="1800"/>
              <a:buChar char="•"/>
              <a:defRPr/>
            </a:lvl9pPr>
          </a:lstStyle>
          <a:p/>
        </p:txBody>
      </p:sp>
      <p:sp>
        <p:nvSpPr>
          <p:cNvPr id="191" name="Google Shape;191;p54"/>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2" name="Google Shape;192;p54"/>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p54"/>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194" name="Shape 194"/>
        <p:cNvGrpSpPr/>
        <p:nvPr/>
      </p:nvGrpSpPr>
      <p:grpSpPr>
        <a:xfrm>
          <a:off x="0" y="0"/>
          <a:ext cx="0" cy="0"/>
          <a:chOff x="0" y="0"/>
          <a:chExt cx="0" cy="0"/>
        </a:xfrm>
      </p:grpSpPr>
      <p:sp>
        <p:nvSpPr>
          <p:cNvPr id="195" name="Google Shape;195;p55"/>
          <p:cNvSpPr txBox="1"/>
          <p:nvPr>
            <p:ph type="title"/>
          </p:nvPr>
        </p:nvSpPr>
        <p:spPr>
          <a:xfrm>
            <a:off x="1679576" y="730251"/>
            <a:ext cx="21031200" cy="26511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6" name="Google Shape;196;p55"/>
          <p:cNvSpPr txBox="1"/>
          <p:nvPr>
            <p:ph idx="1" type="body"/>
          </p:nvPr>
        </p:nvSpPr>
        <p:spPr>
          <a:xfrm>
            <a:off x="1679577" y="3362326"/>
            <a:ext cx="10315574" cy="164782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2000"/>
              </a:spcBef>
              <a:spcAft>
                <a:spcPts val="0"/>
              </a:spcAft>
              <a:buClr>
                <a:schemeClr val="dk1"/>
              </a:buClr>
              <a:buSzPts val="4800"/>
              <a:buNone/>
              <a:defRPr b="1" sz="4800"/>
            </a:lvl1pPr>
            <a:lvl2pPr indent="-228600" lvl="1" marL="914400" algn="l">
              <a:lnSpc>
                <a:spcPct val="90000"/>
              </a:lnSpc>
              <a:spcBef>
                <a:spcPts val="1000"/>
              </a:spcBef>
              <a:spcAft>
                <a:spcPts val="0"/>
              </a:spcAft>
              <a:buClr>
                <a:schemeClr val="dk1"/>
              </a:buClr>
              <a:buSzPts val="4000"/>
              <a:buNone/>
              <a:defRPr b="1" sz="4000"/>
            </a:lvl2pPr>
            <a:lvl3pPr indent="-228600" lvl="2" marL="1371600" algn="l">
              <a:lnSpc>
                <a:spcPct val="90000"/>
              </a:lnSpc>
              <a:spcBef>
                <a:spcPts val="1000"/>
              </a:spcBef>
              <a:spcAft>
                <a:spcPts val="0"/>
              </a:spcAft>
              <a:buClr>
                <a:schemeClr val="dk1"/>
              </a:buClr>
              <a:buSzPts val="3600"/>
              <a:buNone/>
              <a:defRPr b="1" sz="3600"/>
            </a:lvl3pPr>
            <a:lvl4pPr indent="-228600" lvl="3" marL="1828800" algn="l">
              <a:lnSpc>
                <a:spcPct val="90000"/>
              </a:lnSpc>
              <a:spcBef>
                <a:spcPts val="1000"/>
              </a:spcBef>
              <a:spcAft>
                <a:spcPts val="0"/>
              </a:spcAft>
              <a:buClr>
                <a:schemeClr val="dk1"/>
              </a:buClr>
              <a:buSzPts val="3200"/>
              <a:buNone/>
              <a:defRPr b="1" sz="3200"/>
            </a:lvl4pPr>
            <a:lvl5pPr indent="-228600" lvl="4" marL="2286000" algn="l">
              <a:lnSpc>
                <a:spcPct val="90000"/>
              </a:lnSpc>
              <a:spcBef>
                <a:spcPts val="1000"/>
              </a:spcBef>
              <a:spcAft>
                <a:spcPts val="0"/>
              </a:spcAft>
              <a:buClr>
                <a:schemeClr val="dk1"/>
              </a:buClr>
              <a:buSzPts val="3200"/>
              <a:buNone/>
              <a:defRPr b="1" sz="3200"/>
            </a:lvl5pPr>
            <a:lvl6pPr indent="-228600" lvl="5" marL="2743200" algn="l">
              <a:lnSpc>
                <a:spcPct val="90000"/>
              </a:lnSpc>
              <a:spcBef>
                <a:spcPts val="1000"/>
              </a:spcBef>
              <a:spcAft>
                <a:spcPts val="0"/>
              </a:spcAft>
              <a:buClr>
                <a:schemeClr val="dk1"/>
              </a:buClr>
              <a:buSzPts val="3200"/>
              <a:buNone/>
              <a:defRPr b="1" sz="3200"/>
            </a:lvl6pPr>
            <a:lvl7pPr indent="-228600" lvl="6" marL="3200400" algn="l">
              <a:lnSpc>
                <a:spcPct val="90000"/>
              </a:lnSpc>
              <a:spcBef>
                <a:spcPts val="1000"/>
              </a:spcBef>
              <a:spcAft>
                <a:spcPts val="0"/>
              </a:spcAft>
              <a:buClr>
                <a:schemeClr val="dk1"/>
              </a:buClr>
              <a:buSzPts val="3200"/>
              <a:buNone/>
              <a:defRPr b="1" sz="3200"/>
            </a:lvl7pPr>
            <a:lvl8pPr indent="-228600" lvl="7" marL="3657600" algn="l">
              <a:lnSpc>
                <a:spcPct val="90000"/>
              </a:lnSpc>
              <a:spcBef>
                <a:spcPts val="1000"/>
              </a:spcBef>
              <a:spcAft>
                <a:spcPts val="0"/>
              </a:spcAft>
              <a:buClr>
                <a:schemeClr val="dk1"/>
              </a:buClr>
              <a:buSzPts val="3200"/>
              <a:buNone/>
              <a:defRPr b="1" sz="3200"/>
            </a:lvl8pPr>
            <a:lvl9pPr indent="-228600" lvl="8" marL="4114800" algn="l">
              <a:lnSpc>
                <a:spcPct val="90000"/>
              </a:lnSpc>
              <a:spcBef>
                <a:spcPts val="1000"/>
              </a:spcBef>
              <a:spcAft>
                <a:spcPts val="0"/>
              </a:spcAft>
              <a:buClr>
                <a:schemeClr val="dk1"/>
              </a:buClr>
              <a:buSzPts val="3200"/>
              <a:buNone/>
              <a:defRPr b="1" sz="3200"/>
            </a:lvl9pPr>
          </a:lstStyle>
          <a:p/>
        </p:txBody>
      </p:sp>
      <p:sp>
        <p:nvSpPr>
          <p:cNvPr id="197" name="Google Shape;197;p55"/>
          <p:cNvSpPr txBox="1"/>
          <p:nvPr>
            <p:ph idx="2" type="body"/>
          </p:nvPr>
        </p:nvSpPr>
        <p:spPr>
          <a:xfrm>
            <a:off x="1679577" y="5010150"/>
            <a:ext cx="10315574" cy="736917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000"/>
              </a:spcBef>
              <a:spcAft>
                <a:spcPts val="0"/>
              </a:spcAft>
              <a:buClr>
                <a:schemeClr val="dk1"/>
              </a:buClr>
              <a:buSzPts val="1800"/>
              <a:buChar char="•"/>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0"/>
              </a:spcAft>
              <a:buClr>
                <a:schemeClr val="dk1"/>
              </a:buClr>
              <a:buSzPts val="1800"/>
              <a:buChar char="•"/>
              <a:defRPr/>
            </a:lvl9pPr>
          </a:lstStyle>
          <a:p/>
        </p:txBody>
      </p:sp>
      <p:sp>
        <p:nvSpPr>
          <p:cNvPr id="198" name="Google Shape;198;p55"/>
          <p:cNvSpPr txBox="1"/>
          <p:nvPr>
            <p:ph idx="3" type="body"/>
          </p:nvPr>
        </p:nvSpPr>
        <p:spPr>
          <a:xfrm>
            <a:off x="12344400" y="3362326"/>
            <a:ext cx="10366376" cy="164782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2000"/>
              </a:spcBef>
              <a:spcAft>
                <a:spcPts val="0"/>
              </a:spcAft>
              <a:buClr>
                <a:schemeClr val="dk1"/>
              </a:buClr>
              <a:buSzPts val="4800"/>
              <a:buNone/>
              <a:defRPr b="1" sz="4800"/>
            </a:lvl1pPr>
            <a:lvl2pPr indent="-228600" lvl="1" marL="914400" algn="l">
              <a:lnSpc>
                <a:spcPct val="90000"/>
              </a:lnSpc>
              <a:spcBef>
                <a:spcPts val="1000"/>
              </a:spcBef>
              <a:spcAft>
                <a:spcPts val="0"/>
              </a:spcAft>
              <a:buClr>
                <a:schemeClr val="dk1"/>
              </a:buClr>
              <a:buSzPts val="4000"/>
              <a:buNone/>
              <a:defRPr b="1" sz="4000"/>
            </a:lvl2pPr>
            <a:lvl3pPr indent="-228600" lvl="2" marL="1371600" algn="l">
              <a:lnSpc>
                <a:spcPct val="90000"/>
              </a:lnSpc>
              <a:spcBef>
                <a:spcPts val="1000"/>
              </a:spcBef>
              <a:spcAft>
                <a:spcPts val="0"/>
              </a:spcAft>
              <a:buClr>
                <a:schemeClr val="dk1"/>
              </a:buClr>
              <a:buSzPts val="3600"/>
              <a:buNone/>
              <a:defRPr b="1" sz="3600"/>
            </a:lvl3pPr>
            <a:lvl4pPr indent="-228600" lvl="3" marL="1828800" algn="l">
              <a:lnSpc>
                <a:spcPct val="90000"/>
              </a:lnSpc>
              <a:spcBef>
                <a:spcPts val="1000"/>
              </a:spcBef>
              <a:spcAft>
                <a:spcPts val="0"/>
              </a:spcAft>
              <a:buClr>
                <a:schemeClr val="dk1"/>
              </a:buClr>
              <a:buSzPts val="3200"/>
              <a:buNone/>
              <a:defRPr b="1" sz="3200"/>
            </a:lvl4pPr>
            <a:lvl5pPr indent="-228600" lvl="4" marL="2286000" algn="l">
              <a:lnSpc>
                <a:spcPct val="90000"/>
              </a:lnSpc>
              <a:spcBef>
                <a:spcPts val="1000"/>
              </a:spcBef>
              <a:spcAft>
                <a:spcPts val="0"/>
              </a:spcAft>
              <a:buClr>
                <a:schemeClr val="dk1"/>
              </a:buClr>
              <a:buSzPts val="3200"/>
              <a:buNone/>
              <a:defRPr b="1" sz="3200"/>
            </a:lvl5pPr>
            <a:lvl6pPr indent="-228600" lvl="5" marL="2743200" algn="l">
              <a:lnSpc>
                <a:spcPct val="90000"/>
              </a:lnSpc>
              <a:spcBef>
                <a:spcPts val="1000"/>
              </a:spcBef>
              <a:spcAft>
                <a:spcPts val="0"/>
              </a:spcAft>
              <a:buClr>
                <a:schemeClr val="dk1"/>
              </a:buClr>
              <a:buSzPts val="3200"/>
              <a:buNone/>
              <a:defRPr b="1" sz="3200"/>
            </a:lvl6pPr>
            <a:lvl7pPr indent="-228600" lvl="6" marL="3200400" algn="l">
              <a:lnSpc>
                <a:spcPct val="90000"/>
              </a:lnSpc>
              <a:spcBef>
                <a:spcPts val="1000"/>
              </a:spcBef>
              <a:spcAft>
                <a:spcPts val="0"/>
              </a:spcAft>
              <a:buClr>
                <a:schemeClr val="dk1"/>
              </a:buClr>
              <a:buSzPts val="3200"/>
              <a:buNone/>
              <a:defRPr b="1" sz="3200"/>
            </a:lvl7pPr>
            <a:lvl8pPr indent="-228600" lvl="7" marL="3657600" algn="l">
              <a:lnSpc>
                <a:spcPct val="90000"/>
              </a:lnSpc>
              <a:spcBef>
                <a:spcPts val="1000"/>
              </a:spcBef>
              <a:spcAft>
                <a:spcPts val="0"/>
              </a:spcAft>
              <a:buClr>
                <a:schemeClr val="dk1"/>
              </a:buClr>
              <a:buSzPts val="3200"/>
              <a:buNone/>
              <a:defRPr b="1" sz="3200"/>
            </a:lvl8pPr>
            <a:lvl9pPr indent="-228600" lvl="8" marL="4114800" algn="l">
              <a:lnSpc>
                <a:spcPct val="90000"/>
              </a:lnSpc>
              <a:spcBef>
                <a:spcPts val="1000"/>
              </a:spcBef>
              <a:spcAft>
                <a:spcPts val="0"/>
              </a:spcAft>
              <a:buClr>
                <a:schemeClr val="dk1"/>
              </a:buClr>
              <a:buSzPts val="3200"/>
              <a:buNone/>
              <a:defRPr b="1" sz="3200"/>
            </a:lvl9pPr>
          </a:lstStyle>
          <a:p/>
        </p:txBody>
      </p:sp>
      <p:sp>
        <p:nvSpPr>
          <p:cNvPr id="199" name="Google Shape;199;p55"/>
          <p:cNvSpPr txBox="1"/>
          <p:nvPr>
            <p:ph idx="4" type="body"/>
          </p:nvPr>
        </p:nvSpPr>
        <p:spPr>
          <a:xfrm>
            <a:off x="12344400" y="5010150"/>
            <a:ext cx="10366376" cy="736917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000"/>
              </a:spcBef>
              <a:spcAft>
                <a:spcPts val="0"/>
              </a:spcAft>
              <a:buClr>
                <a:schemeClr val="dk1"/>
              </a:buClr>
              <a:buSzPts val="1800"/>
              <a:buChar char="•"/>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0"/>
              </a:spcAft>
              <a:buClr>
                <a:schemeClr val="dk1"/>
              </a:buClr>
              <a:buSzPts val="1800"/>
              <a:buChar char="•"/>
              <a:defRPr/>
            </a:lvl9pPr>
          </a:lstStyle>
          <a:p/>
        </p:txBody>
      </p:sp>
      <p:sp>
        <p:nvSpPr>
          <p:cNvPr id="200" name="Google Shape;200;p55"/>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1" name="Google Shape;201;p55"/>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2" name="Google Shape;202;p55"/>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203" name="Shape 203"/>
        <p:cNvGrpSpPr/>
        <p:nvPr/>
      </p:nvGrpSpPr>
      <p:grpSpPr>
        <a:xfrm>
          <a:off x="0" y="0"/>
          <a:ext cx="0" cy="0"/>
          <a:chOff x="0" y="0"/>
          <a:chExt cx="0" cy="0"/>
        </a:xfrm>
      </p:grpSpPr>
      <p:sp>
        <p:nvSpPr>
          <p:cNvPr id="204" name="Google Shape;204;p56"/>
          <p:cNvSpPr txBox="1"/>
          <p:nvPr>
            <p:ph type="title"/>
          </p:nvPr>
        </p:nvSpPr>
        <p:spPr>
          <a:xfrm>
            <a:off x="1676400" y="730251"/>
            <a:ext cx="21031200" cy="26511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5" name="Google Shape;205;p56"/>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 name="Google Shape;206;p56"/>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7" name="Google Shape;207;p56"/>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208" name="Shape 208"/>
        <p:cNvGrpSpPr/>
        <p:nvPr/>
      </p:nvGrpSpPr>
      <p:grpSpPr>
        <a:xfrm>
          <a:off x="0" y="0"/>
          <a:ext cx="0" cy="0"/>
          <a:chOff x="0" y="0"/>
          <a:chExt cx="0" cy="0"/>
        </a:xfrm>
      </p:grpSpPr>
      <p:sp>
        <p:nvSpPr>
          <p:cNvPr id="209" name="Google Shape;209;p57"/>
          <p:cNvSpPr txBox="1"/>
          <p:nvPr>
            <p:ph type="title"/>
          </p:nvPr>
        </p:nvSpPr>
        <p:spPr>
          <a:xfrm>
            <a:off x="1679577" y="914400"/>
            <a:ext cx="7864474" cy="3200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400"/>
              <a:buFont typeface="Calibri"/>
              <a:buNone/>
              <a:defRPr sz="6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0" name="Google Shape;210;p57"/>
          <p:cNvSpPr txBox="1"/>
          <p:nvPr>
            <p:ph idx="1" type="body"/>
          </p:nvPr>
        </p:nvSpPr>
        <p:spPr>
          <a:xfrm>
            <a:off x="10366376" y="1974851"/>
            <a:ext cx="12344400" cy="9747250"/>
          </a:xfrm>
          <a:prstGeom prst="rect">
            <a:avLst/>
          </a:prstGeom>
          <a:noFill/>
          <a:ln>
            <a:noFill/>
          </a:ln>
        </p:spPr>
        <p:txBody>
          <a:bodyPr anchorCtr="0" anchor="t" bIns="45700" lIns="91425" spcFirstLastPara="1" rIns="91425" wrap="square" tIns="45700">
            <a:normAutofit/>
          </a:bodyPr>
          <a:lstStyle>
            <a:lvl1pPr indent="-635000" lvl="0" marL="457200" algn="l">
              <a:lnSpc>
                <a:spcPct val="90000"/>
              </a:lnSpc>
              <a:spcBef>
                <a:spcPts val="2000"/>
              </a:spcBef>
              <a:spcAft>
                <a:spcPts val="0"/>
              </a:spcAft>
              <a:buClr>
                <a:schemeClr val="dk1"/>
              </a:buClr>
              <a:buSzPts val="6400"/>
              <a:buChar char="•"/>
              <a:defRPr sz="6400"/>
            </a:lvl1pPr>
            <a:lvl2pPr indent="-584200" lvl="1" marL="914400" algn="l">
              <a:lnSpc>
                <a:spcPct val="90000"/>
              </a:lnSpc>
              <a:spcBef>
                <a:spcPts val="1000"/>
              </a:spcBef>
              <a:spcAft>
                <a:spcPts val="0"/>
              </a:spcAft>
              <a:buClr>
                <a:schemeClr val="dk1"/>
              </a:buClr>
              <a:buSzPts val="5600"/>
              <a:buChar char="•"/>
              <a:defRPr sz="5600"/>
            </a:lvl2pPr>
            <a:lvl3pPr indent="-533400" lvl="2" marL="1371600" algn="l">
              <a:lnSpc>
                <a:spcPct val="90000"/>
              </a:lnSpc>
              <a:spcBef>
                <a:spcPts val="1000"/>
              </a:spcBef>
              <a:spcAft>
                <a:spcPts val="0"/>
              </a:spcAft>
              <a:buClr>
                <a:schemeClr val="dk1"/>
              </a:buClr>
              <a:buSzPts val="4800"/>
              <a:buChar char="•"/>
              <a:defRPr sz="4800"/>
            </a:lvl3pPr>
            <a:lvl4pPr indent="-482600" lvl="3" marL="1828800" algn="l">
              <a:lnSpc>
                <a:spcPct val="90000"/>
              </a:lnSpc>
              <a:spcBef>
                <a:spcPts val="1000"/>
              </a:spcBef>
              <a:spcAft>
                <a:spcPts val="0"/>
              </a:spcAft>
              <a:buClr>
                <a:schemeClr val="dk1"/>
              </a:buClr>
              <a:buSzPts val="4000"/>
              <a:buChar char="•"/>
              <a:defRPr sz="4000"/>
            </a:lvl4pPr>
            <a:lvl5pPr indent="-482600" lvl="4" marL="2286000" algn="l">
              <a:lnSpc>
                <a:spcPct val="90000"/>
              </a:lnSpc>
              <a:spcBef>
                <a:spcPts val="1000"/>
              </a:spcBef>
              <a:spcAft>
                <a:spcPts val="0"/>
              </a:spcAft>
              <a:buClr>
                <a:schemeClr val="dk1"/>
              </a:buClr>
              <a:buSzPts val="4000"/>
              <a:buChar char="•"/>
              <a:defRPr sz="4000"/>
            </a:lvl5pPr>
            <a:lvl6pPr indent="-482600" lvl="5" marL="2743200" algn="l">
              <a:lnSpc>
                <a:spcPct val="90000"/>
              </a:lnSpc>
              <a:spcBef>
                <a:spcPts val="1000"/>
              </a:spcBef>
              <a:spcAft>
                <a:spcPts val="0"/>
              </a:spcAft>
              <a:buClr>
                <a:schemeClr val="dk1"/>
              </a:buClr>
              <a:buSzPts val="4000"/>
              <a:buChar char="•"/>
              <a:defRPr sz="4000"/>
            </a:lvl6pPr>
            <a:lvl7pPr indent="-482600" lvl="6" marL="3200400" algn="l">
              <a:lnSpc>
                <a:spcPct val="90000"/>
              </a:lnSpc>
              <a:spcBef>
                <a:spcPts val="1000"/>
              </a:spcBef>
              <a:spcAft>
                <a:spcPts val="0"/>
              </a:spcAft>
              <a:buClr>
                <a:schemeClr val="dk1"/>
              </a:buClr>
              <a:buSzPts val="4000"/>
              <a:buChar char="•"/>
              <a:defRPr sz="4000"/>
            </a:lvl7pPr>
            <a:lvl8pPr indent="-482600" lvl="7" marL="3657600" algn="l">
              <a:lnSpc>
                <a:spcPct val="90000"/>
              </a:lnSpc>
              <a:spcBef>
                <a:spcPts val="1000"/>
              </a:spcBef>
              <a:spcAft>
                <a:spcPts val="0"/>
              </a:spcAft>
              <a:buClr>
                <a:schemeClr val="dk1"/>
              </a:buClr>
              <a:buSzPts val="4000"/>
              <a:buChar char="•"/>
              <a:defRPr sz="4000"/>
            </a:lvl8pPr>
            <a:lvl9pPr indent="-482600" lvl="8" marL="4114800" algn="l">
              <a:lnSpc>
                <a:spcPct val="90000"/>
              </a:lnSpc>
              <a:spcBef>
                <a:spcPts val="1000"/>
              </a:spcBef>
              <a:spcAft>
                <a:spcPts val="0"/>
              </a:spcAft>
              <a:buClr>
                <a:schemeClr val="dk1"/>
              </a:buClr>
              <a:buSzPts val="4000"/>
              <a:buChar char="•"/>
              <a:defRPr sz="4000"/>
            </a:lvl9pPr>
          </a:lstStyle>
          <a:p/>
        </p:txBody>
      </p:sp>
      <p:sp>
        <p:nvSpPr>
          <p:cNvPr id="211" name="Google Shape;211;p57"/>
          <p:cNvSpPr txBox="1"/>
          <p:nvPr>
            <p:ph idx="2" type="body"/>
          </p:nvPr>
        </p:nvSpPr>
        <p:spPr>
          <a:xfrm>
            <a:off x="1679577" y="4114800"/>
            <a:ext cx="7864474" cy="762317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2000"/>
              </a:spcBef>
              <a:spcAft>
                <a:spcPts val="0"/>
              </a:spcAft>
              <a:buClr>
                <a:schemeClr val="dk1"/>
              </a:buClr>
              <a:buSzPts val="3200"/>
              <a:buNone/>
              <a:defRPr sz="3200"/>
            </a:lvl1pPr>
            <a:lvl2pPr indent="-228600" lvl="1" marL="914400" algn="l">
              <a:lnSpc>
                <a:spcPct val="90000"/>
              </a:lnSpc>
              <a:spcBef>
                <a:spcPts val="1000"/>
              </a:spcBef>
              <a:spcAft>
                <a:spcPts val="0"/>
              </a:spcAft>
              <a:buClr>
                <a:schemeClr val="dk1"/>
              </a:buClr>
              <a:buSzPts val="2800"/>
              <a:buNone/>
              <a:defRPr sz="2800"/>
            </a:lvl2pPr>
            <a:lvl3pPr indent="-228600" lvl="2" marL="1371600" algn="l">
              <a:lnSpc>
                <a:spcPct val="90000"/>
              </a:lnSpc>
              <a:spcBef>
                <a:spcPts val="1000"/>
              </a:spcBef>
              <a:spcAft>
                <a:spcPts val="0"/>
              </a:spcAft>
              <a:buClr>
                <a:schemeClr val="dk1"/>
              </a:buClr>
              <a:buSzPts val="2400"/>
              <a:buNone/>
              <a:defRPr sz="2400"/>
            </a:lvl3pPr>
            <a:lvl4pPr indent="-228600" lvl="3" marL="1828800" algn="l">
              <a:lnSpc>
                <a:spcPct val="90000"/>
              </a:lnSpc>
              <a:spcBef>
                <a:spcPts val="1000"/>
              </a:spcBef>
              <a:spcAft>
                <a:spcPts val="0"/>
              </a:spcAft>
              <a:buClr>
                <a:schemeClr val="dk1"/>
              </a:buClr>
              <a:buSzPts val="2000"/>
              <a:buNone/>
              <a:defRPr sz="2000"/>
            </a:lvl4pPr>
            <a:lvl5pPr indent="-228600" lvl="4" marL="2286000" algn="l">
              <a:lnSpc>
                <a:spcPct val="90000"/>
              </a:lnSpc>
              <a:spcBef>
                <a:spcPts val="1000"/>
              </a:spcBef>
              <a:spcAft>
                <a:spcPts val="0"/>
              </a:spcAft>
              <a:buClr>
                <a:schemeClr val="dk1"/>
              </a:buClr>
              <a:buSzPts val="2000"/>
              <a:buNone/>
              <a:defRPr sz="2000"/>
            </a:lvl5pPr>
            <a:lvl6pPr indent="-228600" lvl="5" marL="2743200" algn="l">
              <a:lnSpc>
                <a:spcPct val="90000"/>
              </a:lnSpc>
              <a:spcBef>
                <a:spcPts val="1000"/>
              </a:spcBef>
              <a:spcAft>
                <a:spcPts val="0"/>
              </a:spcAft>
              <a:buClr>
                <a:schemeClr val="dk1"/>
              </a:buClr>
              <a:buSzPts val="2000"/>
              <a:buNone/>
              <a:defRPr sz="2000"/>
            </a:lvl6pPr>
            <a:lvl7pPr indent="-228600" lvl="6" marL="3200400" algn="l">
              <a:lnSpc>
                <a:spcPct val="90000"/>
              </a:lnSpc>
              <a:spcBef>
                <a:spcPts val="1000"/>
              </a:spcBef>
              <a:spcAft>
                <a:spcPts val="0"/>
              </a:spcAft>
              <a:buClr>
                <a:schemeClr val="dk1"/>
              </a:buClr>
              <a:buSzPts val="2000"/>
              <a:buNone/>
              <a:defRPr sz="2000"/>
            </a:lvl7pPr>
            <a:lvl8pPr indent="-228600" lvl="7" marL="3657600" algn="l">
              <a:lnSpc>
                <a:spcPct val="90000"/>
              </a:lnSpc>
              <a:spcBef>
                <a:spcPts val="1000"/>
              </a:spcBef>
              <a:spcAft>
                <a:spcPts val="0"/>
              </a:spcAft>
              <a:buClr>
                <a:schemeClr val="dk1"/>
              </a:buClr>
              <a:buSzPts val="2000"/>
              <a:buNone/>
              <a:defRPr sz="2000"/>
            </a:lvl8pPr>
            <a:lvl9pPr indent="-228600" lvl="8" marL="4114800" algn="l">
              <a:lnSpc>
                <a:spcPct val="90000"/>
              </a:lnSpc>
              <a:spcBef>
                <a:spcPts val="1000"/>
              </a:spcBef>
              <a:spcAft>
                <a:spcPts val="0"/>
              </a:spcAft>
              <a:buClr>
                <a:schemeClr val="dk1"/>
              </a:buClr>
              <a:buSzPts val="2000"/>
              <a:buNone/>
              <a:defRPr sz="2000"/>
            </a:lvl9pPr>
          </a:lstStyle>
          <a:p/>
        </p:txBody>
      </p:sp>
      <p:sp>
        <p:nvSpPr>
          <p:cNvPr id="212" name="Google Shape;212;p57"/>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3" name="Google Shape;213;p57"/>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4" name="Google Shape;214;p57"/>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215" name="Shape 215"/>
        <p:cNvGrpSpPr/>
        <p:nvPr/>
      </p:nvGrpSpPr>
      <p:grpSpPr>
        <a:xfrm>
          <a:off x="0" y="0"/>
          <a:ext cx="0" cy="0"/>
          <a:chOff x="0" y="0"/>
          <a:chExt cx="0" cy="0"/>
        </a:xfrm>
      </p:grpSpPr>
      <p:sp>
        <p:nvSpPr>
          <p:cNvPr id="216" name="Google Shape;216;p58"/>
          <p:cNvSpPr txBox="1"/>
          <p:nvPr>
            <p:ph type="title"/>
          </p:nvPr>
        </p:nvSpPr>
        <p:spPr>
          <a:xfrm>
            <a:off x="1679577" y="914400"/>
            <a:ext cx="7864474" cy="3200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400"/>
              <a:buFont typeface="Calibri"/>
              <a:buNone/>
              <a:defRPr sz="6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7" name="Google Shape;217;p58"/>
          <p:cNvSpPr/>
          <p:nvPr>
            <p:ph idx="2" type="pic"/>
          </p:nvPr>
        </p:nvSpPr>
        <p:spPr>
          <a:xfrm>
            <a:off x="10366376" y="1974851"/>
            <a:ext cx="12344400" cy="9747250"/>
          </a:xfrm>
          <a:prstGeom prst="rect">
            <a:avLst/>
          </a:prstGeom>
          <a:noFill/>
          <a:ln>
            <a:noFill/>
          </a:ln>
        </p:spPr>
      </p:sp>
      <p:sp>
        <p:nvSpPr>
          <p:cNvPr id="218" name="Google Shape;218;p58"/>
          <p:cNvSpPr txBox="1"/>
          <p:nvPr>
            <p:ph idx="1" type="body"/>
          </p:nvPr>
        </p:nvSpPr>
        <p:spPr>
          <a:xfrm>
            <a:off x="1679577" y="4114800"/>
            <a:ext cx="7864474" cy="762317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2000"/>
              </a:spcBef>
              <a:spcAft>
                <a:spcPts val="0"/>
              </a:spcAft>
              <a:buClr>
                <a:schemeClr val="dk1"/>
              </a:buClr>
              <a:buSzPts val="3200"/>
              <a:buNone/>
              <a:defRPr sz="3200"/>
            </a:lvl1pPr>
            <a:lvl2pPr indent="-228600" lvl="1" marL="914400" algn="l">
              <a:lnSpc>
                <a:spcPct val="90000"/>
              </a:lnSpc>
              <a:spcBef>
                <a:spcPts val="1000"/>
              </a:spcBef>
              <a:spcAft>
                <a:spcPts val="0"/>
              </a:spcAft>
              <a:buClr>
                <a:schemeClr val="dk1"/>
              </a:buClr>
              <a:buSzPts val="2800"/>
              <a:buNone/>
              <a:defRPr sz="2800"/>
            </a:lvl2pPr>
            <a:lvl3pPr indent="-228600" lvl="2" marL="1371600" algn="l">
              <a:lnSpc>
                <a:spcPct val="90000"/>
              </a:lnSpc>
              <a:spcBef>
                <a:spcPts val="1000"/>
              </a:spcBef>
              <a:spcAft>
                <a:spcPts val="0"/>
              </a:spcAft>
              <a:buClr>
                <a:schemeClr val="dk1"/>
              </a:buClr>
              <a:buSzPts val="2400"/>
              <a:buNone/>
              <a:defRPr sz="2400"/>
            </a:lvl3pPr>
            <a:lvl4pPr indent="-228600" lvl="3" marL="1828800" algn="l">
              <a:lnSpc>
                <a:spcPct val="90000"/>
              </a:lnSpc>
              <a:spcBef>
                <a:spcPts val="1000"/>
              </a:spcBef>
              <a:spcAft>
                <a:spcPts val="0"/>
              </a:spcAft>
              <a:buClr>
                <a:schemeClr val="dk1"/>
              </a:buClr>
              <a:buSzPts val="2000"/>
              <a:buNone/>
              <a:defRPr sz="2000"/>
            </a:lvl4pPr>
            <a:lvl5pPr indent="-228600" lvl="4" marL="2286000" algn="l">
              <a:lnSpc>
                <a:spcPct val="90000"/>
              </a:lnSpc>
              <a:spcBef>
                <a:spcPts val="1000"/>
              </a:spcBef>
              <a:spcAft>
                <a:spcPts val="0"/>
              </a:spcAft>
              <a:buClr>
                <a:schemeClr val="dk1"/>
              </a:buClr>
              <a:buSzPts val="2000"/>
              <a:buNone/>
              <a:defRPr sz="2000"/>
            </a:lvl5pPr>
            <a:lvl6pPr indent="-228600" lvl="5" marL="2743200" algn="l">
              <a:lnSpc>
                <a:spcPct val="90000"/>
              </a:lnSpc>
              <a:spcBef>
                <a:spcPts val="1000"/>
              </a:spcBef>
              <a:spcAft>
                <a:spcPts val="0"/>
              </a:spcAft>
              <a:buClr>
                <a:schemeClr val="dk1"/>
              </a:buClr>
              <a:buSzPts val="2000"/>
              <a:buNone/>
              <a:defRPr sz="2000"/>
            </a:lvl6pPr>
            <a:lvl7pPr indent="-228600" lvl="6" marL="3200400" algn="l">
              <a:lnSpc>
                <a:spcPct val="90000"/>
              </a:lnSpc>
              <a:spcBef>
                <a:spcPts val="1000"/>
              </a:spcBef>
              <a:spcAft>
                <a:spcPts val="0"/>
              </a:spcAft>
              <a:buClr>
                <a:schemeClr val="dk1"/>
              </a:buClr>
              <a:buSzPts val="2000"/>
              <a:buNone/>
              <a:defRPr sz="2000"/>
            </a:lvl7pPr>
            <a:lvl8pPr indent="-228600" lvl="7" marL="3657600" algn="l">
              <a:lnSpc>
                <a:spcPct val="90000"/>
              </a:lnSpc>
              <a:spcBef>
                <a:spcPts val="1000"/>
              </a:spcBef>
              <a:spcAft>
                <a:spcPts val="0"/>
              </a:spcAft>
              <a:buClr>
                <a:schemeClr val="dk1"/>
              </a:buClr>
              <a:buSzPts val="2000"/>
              <a:buNone/>
              <a:defRPr sz="2000"/>
            </a:lvl8pPr>
            <a:lvl9pPr indent="-228600" lvl="8" marL="4114800" algn="l">
              <a:lnSpc>
                <a:spcPct val="90000"/>
              </a:lnSpc>
              <a:spcBef>
                <a:spcPts val="1000"/>
              </a:spcBef>
              <a:spcAft>
                <a:spcPts val="0"/>
              </a:spcAft>
              <a:buClr>
                <a:schemeClr val="dk1"/>
              </a:buClr>
              <a:buSzPts val="2000"/>
              <a:buNone/>
              <a:defRPr sz="2000"/>
            </a:lvl9pPr>
          </a:lstStyle>
          <a:p/>
        </p:txBody>
      </p:sp>
      <p:sp>
        <p:nvSpPr>
          <p:cNvPr id="219" name="Google Shape;219;p58"/>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0" name="Google Shape;220;p58"/>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1" name="Google Shape;221;p58"/>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222" name="Shape 222"/>
        <p:cNvGrpSpPr/>
        <p:nvPr/>
      </p:nvGrpSpPr>
      <p:grpSpPr>
        <a:xfrm>
          <a:off x="0" y="0"/>
          <a:ext cx="0" cy="0"/>
          <a:chOff x="0" y="0"/>
          <a:chExt cx="0" cy="0"/>
        </a:xfrm>
      </p:grpSpPr>
      <p:sp>
        <p:nvSpPr>
          <p:cNvPr id="223" name="Google Shape;223;p59"/>
          <p:cNvSpPr txBox="1"/>
          <p:nvPr>
            <p:ph type="title"/>
          </p:nvPr>
        </p:nvSpPr>
        <p:spPr>
          <a:xfrm>
            <a:off x="1676400" y="730251"/>
            <a:ext cx="21031200" cy="26511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4" name="Google Shape;224;p59"/>
          <p:cNvSpPr txBox="1"/>
          <p:nvPr>
            <p:ph idx="1" type="body"/>
          </p:nvPr>
        </p:nvSpPr>
        <p:spPr>
          <a:xfrm rot="5400000">
            <a:off x="7840662" y="-2513012"/>
            <a:ext cx="8702676" cy="2103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000"/>
              </a:spcBef>
              <a:spcAft>
                <a:spcPts val="0"/>
              </a:spcAft>
              <a:buClr>
                <a:schemeClr val="dk1"/>
              </a:buClr>
              <a:buSzPts val="1800"/>
              <a:buChar char="•"/>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0"/>
              </a:spcAft>
              <a:buClr>
                <a:schemeClr val="dk1"/>
              </a:buClr>
              <a:buSzPts val="1800"/>
              <a:buChar char="•"/>
              <a:defRPr/>
            </a:lvl9pPr>
          </a:lstStyle>
          <a:p/>
        </p:txBody>
      </p:sp>
      <p:sp>
        <p:nvSpPr>
          <p:cNvPr id="225" name="Google Shape;225;p59"/>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6" name="Google Shape;226;p59"/>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7" name="Google Shape;227;p59"/>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228" name="Shape 228"/>
        <p:cNvGrpSpPr/>
        <p:nvPr/>
      </p:nvGrpSpPr>
      <p:grpSpPr>
        <a:xfrm>
          <a:off x="0" y="0"/>
          <a:ext cx="0" cy="0"/>
          <a:chOff x="0" y="0"/>
          <a:chExt cx="0" cy="0"/>
        </a:xfrm>
      </p:grpSpPr>
      <p:sp>
        <p:nvSpPr>
          <p:cNvPr id="229" name="Google Shape;229;p60"/>
          <p:cNvSpPr txBox="1"/>
          <p:nvPr>
            <p:ph type="title"/>
          </p:nvPr>
        </p:nvSpPr>
        <p:spPr>
          <a:xfrm rot="5400000">
            <a:off x="14266862" y="3913188"/>
            <a:ext cx="11623676" cy="52578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0" name="Google Shape;230;p60"/>
          <p:cNvSpPr txBox="1"/>
          <p:nvPr>
            <p:ph idx="1" type="body"/>
          </p:nvPr>
        </p:nvSpPr>
        <p:spPr>
          <a:xfrm rot="5400000">
            <a:off x="3598862" y="-1192212"/>
            <a:ext cx="11623676" cy="15468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000"/>
              </a:spcBef>
              <a:spcAft>
                <a:spcPts val="0"/>
              </a:spcAft>
              <a:buClr>
                <a:schemeClr val="dk1"/>
              </a:buClr>
              <a:buSzPts val="1800"/>
              <a:buChar char="•"/>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0"/>
              </a:spcAft>
              <a:buClr>
                <a:schemeClr val="dk1"/>
              </a:buClr>
              <a:buSzPts val="1800"/>
              <a:buChar char="•"/>
              <a:defRPr/>
            </a:lvl9pPr>
          </a:lstStyle>
          <a:p/>
        </p:txBody>
      </p:sp>
      <p:sp>
        <p:nvSpPr>
          <p:cNvPr id="231" name="Google Shape;231;p60"/>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2" name="Google Shape;232;p60"/>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3" name="Google Shape;233;p60"/>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3.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2" Type="http://schemas.openxmlformats.org/officeDocument/2006/relationships/theme" Target="../theme/theme4.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1676400" y="730251"/>
            <a:ext cx="21031200" cy="2651126"/>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8800"/>
              <a:buFont typeface="Calibri"/>
              <a:buNone/>
              <a:defRPr b="0" i="0" sz="8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6"/>
          <p:cNvSpPr txBox="1"/>
          <p:nvPr>
            <p:ph idx="1" type="body"/>
          </p:nvPr>
        </p:nvSpPr>
        <p:spPr>
          <a:xfrm>
            <a:off x="1676400" y="3651250"/>
            <a:ext cx="21031200" cy="8702676"/>
          </a:xfrm>
          <a:prstGeom prst="rect">
            <a:avLst/>
          </a:prstGeom>
          <a:noFill/>
          <a:ln>
            <a:noFill/>
          </a:ln>
        </p:spPr>
        <p:txBody>
          <a:bodyPr anchorCtr="0" anchor="t" bIns="45700" lIns="91425" spcFirstLastPara="1" rIns="91425" wrap="square" tIns="45700">
            <a:normAutofit/>
          </a:bodyPr>
          <a:lstStyle>
            <a:lvl1pPr indent="-584200" lvl="0" marL="457200" marR="0" rtl="0" algn="l">
              <a:lnSpc>
                <a:spcPct val="90000"/>
              </a:lnSpc>
              <a:spcBef>
                <a:spcPts val="2000"/>
              </a:spcBef>
              <a:spcAft>
                <a:spcPts val="0"/>
              </a:spcAft>
              <a:buClr>
                <a:schemeClr val="dk1"/>
              </a:buClr>
              <a:buSzPts val="5600"/>
              <a:buFont typeface="Arial"/>
              <a:buChar char="•"/>
              <a:defRPr b="0" i="0" sz="5600" u="none" cap="none" strike="noStrike">
                <a:solidFill>
                  <a:schemeClr val="dk1"/>
                </a:solidFill>
                <a:latin typeface="Calibri"/>
                <a:ea typeface="Calibri"/>
                <a:cs typeface="Calibri"/>
                <a:sym typeface="Calibri"/>
              </a:defRPr>
            </a:lvl1pPr>
            <a:lvl2pPr indent="-533400" lvl="1" marL="914400" marR="0" rtl="0" algn="l">
              <a:lnSpc>
                <a:spcPct val="90000"/>
              </a:lnSpc>
              <a:spcBef>
                <a:spcPts val="1000"/>
              </a:spcBef>
              <a:spcAft>
                <a:spcPts val="0"/>
              </a:spcAft>
              <a:buClr>
                <a:schemeClr val="dk1"/>
              </a:buClr>
              <a:buSzPts val="4800"/>
              <a:buFont typeface="Arial"/>
              <a:buChar char="•"/>
              <a:defRPr b="0" i="0" sz="4800" u="none" cap="none" strike="noStrike">
                <a:solidFill>
                  <a:schemeClr val="dk1"/>
                </a:solidFill>
                <a:latin typeface="Calibri"/>
                <a:ea typeface="Calibri"/>
                <a:cs typeface="Calibri"/>
                <a:sym typeface="Calibri"/>
              </a:defRPr>
            </a:lvl2pPr>
            <a:lvl3pPr indent="-482600" lvl="2" marL="1371600" marR="0" rtl="0" algn="l">
              <a:lnSpc>
                <a:spcPct val="90000"/>
              </a:lnSpc>
              <a:spcBef>
                <a:spcPts val="1000"/>
              </a:spcBef>
              <a:spcAft>
                <a:spcPts val="0"/>
              </a:spcAft>
              <a:buClr>
                <a:schemeClr val="dk1"/>
              </a:buClr>
              <a:buSzPts val="4000"/>
              <a:buFont typeface="Arial"/>
              <a:buChar char="•"/>
              <a:defRPr b="0" i="0" sz="4000" u="none" cap="none" strike="noStrike">
                <a:solidFill>
                  <a:schemeClr val="dk1"/>
                </a:solidFill>
                <a:latin typeface="Calibri"/>
                <a:ea typeface="Calibri"/>
                <a:cs typeface="Calibri"/>
                <a:sym typeface="Calibri"/>
              </a:defRPr>
            </a:lvl3pPr>
            <a:lvl4pPr indent="-457200" lvl="3" marL="18288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4pPr>
            <a:lvl5pPr indent="-457200" lvl="4" marL="22860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5pPr>
            <a:lvl6pPr indent="-457200" lvl="5" marL="27432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6pPr>
            <a:lvl7pPr indent="-457200" lvl="6" marL="32004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7pPr>
            <a:lvl8pPr indent="-457200" lvl="7" marL="36576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8pPr>
            <a:lvl9pPr indent="-457200" lvl="8" marL="41148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9pPr>
          </a:lstStyle>
          <a:p/>
        </p:txBody>
      </p:sp>
      <p:sp>
        <p:nvSpPr>
          <p:cNvPr id="8" name="Google Shape;8;p36"/>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36"/>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24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36"/>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 name="Shape 82"/>
        <p:cNvGrpSpPr/>
        <p:nvPr/>
      </p:nvGrpSpPr>
      <p:grpSpPr>
        <a:xfrm>
          <a:off x="0" y="0"/>
          <a:ext cx="0" cy="0"/>
          <a:chOff x="0" y="0"/>
          <a:chExt cx="0" cy="0"/>
        </a:xfrm>
      </p:grpSpPr>
      <p:sp>
        <p:nvSpPr>
          <p:cNvPr id="83" name="Google Shape;83;p108"/>
          <p:cNvSpPr txBox="1"/>
          <p:nvPr>
            <p:ph type="title"/>
          </p:nvPr>
        </p:nvSpPr>
        <p:spPr>
          <a:xfrm>
            <a:off x="1676400" y="730253"/>
            <a:ext cx="21031200" cy="2651126"/>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8800"/>
              <a:buFont typeface="Calibri"/>
              <a:buNone/>
              <a:defRPr b="0" i="0" sz="8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4" name="Google Shape;84;p108"/>
          <p:cNvSpPr txBox="1"/>
          <p:nvPr>
            <p:ph idx="1" type="body"/>
          </p:nvPr>
        </p:nvSpPr>
        <p:spPr>
          <a:xfrm>
            <a:off x="1676400" y="3651250"/>
            <a:ext cx="21031200" cy="8702676"/>
          </a:xfrm>
          <a:prstGeom prst="rect">
            <a:avLst/>
          </a:prstGeom>
          <a:noFill/>
          <a:ln>
            <a:noFill/>
          </a:ln>
        </p:spPr>
        <p:txBody>
          <a:bodyPr anchorCtr="0" anchor="t" bIns="45700" lIns="91425" spcFirstLastPara="1" rIns="91425" wrap="square" tIns="45700">
            <a:normAutofit/>
          </a:bodyPr>
          <a:lstStyle>
            <a:lvl1pPr indent="-584200" lvl="0" marL="457200" marR="0" rtl="0" algn="l">
              <a:lnSpc>
                <a:spcPct val="90000"/>
              </a:lnSpc>
              <a:spcBef>
                <a:spcPts val="2000"/>
              </a:spcBef>
              <a:spcAft>
                <a:spcPts val="0"/>
              </a:spcAft>
              <a:buClr>
                <a:schemeClr val="dk1"/>
              </a:buClr>
              <a:buSzPts val="5600"/>
              <a:buFont typeface="Arial"/>
              <a:buChar char="•"/>
              <a:defRPr b="0" i="0" sz="5600" u="none" cap="none" strike="noStrike">
                <a:solidFill>
                  <a:schemeClr val="dk1"/>
                </a:solidFill>
                <a:latin typeface="Calibri"/>
                <a:ea typeface="Calibri"/>
                <a:cs typeface="Calibri"/>
                <a:sym typeface="Calibri"/>
              </a:defRPr>
            </a:lvl1pPr>
            <a:lvl2pPr indent="-533400" lvl="1" marL="914400" marR="0" rtl="0" algn="l">
              <a:lnSpc>
                <a:spcPct val="90000"/>
              </a:lnSpc>
              <a:spcBef>
                <a:spcPts val="1000"/>
              </a:spcBef>
              <a:spcAft>
                <a:spcPts val="0"/>
              </a:spcAft>
              <a:buClr>
                <a:schemeClr val="dk1"/>
              </a:buClr>
              <a:buSzPts val="4800"/>
              <a:buFont typeface="Arial"/>
              <a:buChar char="•"/>
              <a:defRPr b="0" i="0" sz="4800" u="none" cap="none" strike="noStrike">
                <a:solidFill>
                  <a:schemeClr val="dk1"/>
                </a:solidFill>
                <a:latin typeface="Calibri"/>
                <a:ea typeface="Calibri"/>
                <a:cs typeface="Calibri"/>
                <a:sym typeface="Calibri"/>
              </a:defRPr>
            </a:lvl2pPr>
            <a:lvl3pPr indent="-482600" lvl="2" marL="1371600" marR="0" rtl="0" algn="l">
              <a:lnSpc>
                <a:spcPct val="90000"/>
              </a:lnSpc>
              <a:spcBef>
                <a:spcPts val="1000"/>
              </a:spcBef>
              <a:spcAft>
                <a:spcPts val="0"/>
              </a:spcAft>
              <a:buClr>
                <a:schemeClr val="dk1"/>
              </a:buClr>
              <a:buSzPts val="4000"/>
              <a:buFont typeface="Arial"/>
              <a:buChar char="•"/>
              <a:defRPr b="0" i="0" sz="4000" u="none" cap="none" strike="noStrike">
                <a:solidFill>
                  <a:schemeClr val="dk1"/>
                </a:solidFill>
                <a:latin typeface="Calibri"/>
                <a:ea typeface="Calibri"/>
                <a:cs typeface="Calibri"/>
                <a:sym typeface="Calibri"/>
              </a:defRPr>
            </a:lvl3pPr>
            <a:lvl4pPr indent="-457200" lvl="3" marL="18288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4pPr>
            <a:lvl5pPr indent="-457200" lvl="4" marL="22860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5pPr>
            <a:lvl6pPr indent="-457200" lvl="5" marL="27432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6pPr>
            <a:lvl7pPr indent="-457200" lvl="6" marL="32004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7pPr>
            <a:lvl8pPr indent="-457200" lvl="7" marL="36576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8pPr>
            <a:lvl9pPr indent="-457200" lvl="8" marL="41148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9pPr>
          </a:lstStyle>
          <a:p/>
        </p:txBody>
      </p:sp>
      <p:sp>
        <p:nvSpPr>
          <p:cNvPr id="85" name="Google Shape;85;p108"/>
          <p:cNvSpPr txBox="1"/>
          <p:nvPr>
            <p:ph idx="10" type="dt"/>
          </p:nvPr>
        </p:nvSpPr>
        <p:spPr>
          <a:xfrm>
            <a:off x="1676400" y="12712703"/>
            <a:ext cx="5486400" cy="73025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6" name="Google Shape;86;p108"/>
          <p:cNvSpPr txBox="1"/>
          <p:nvPr>
            <p:ph idx="11" type="ftr"/>
          </p:nvPr>
        </p:nvSpPr>
        <p:spPr>
          <a:xfrm>
            <a:off x="8077200" y="12712703"/>
            <a:ext cx="8229600" cy="73025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24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7" name="Google Shape;87;p108"/>
          <p:cNvSpPr txBox="1"/>
          <p:nvPr>
            <p:ph idx="12" type="sldNum"/>
          </p:nvPr>
        </p:nvSpPr>
        <p:spPr>
          <a:xfrm>
            <a:off x="17221200" y="12712703"/>
            <a:ext cx="5486400" cy="73025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9" name="Shape 159"/>
        <p:cNvGrpSpPr/>
        <p:nvPr/>
      </p:nvGrpSpPr>
      <p:grpSpPr>
        <a:xfrm>
          <a:off x="0" y="0"/>
          <a:ext cx="0" cy="0"/>
          <a:chOff x="0" y="0"/>
          <a:chExt cx="0" cy="0"/>
        </a:xfrm>
      </p:grpSpPr>
      <p:sp>
        <p:nvSpPr>
          <p:cNvPr id="160" name="Google Shape;160;p38"/>
          <p:cNvSpPr txBox="1"/>
          <p:nvPr>
            <p:ph type="title"/>
          </p:nvPr>
        </p:nvSpPr>
        <p:spPr>
          <a:xfrm>
            <a:off x="1676400" y="730251"/>
            <a:ext cx="21031200" cy="2651126"/>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8800"/>
              <a:buFont typeface="Calibri"/>
              <a:buNone/>
              <a:defRPr b="0" i="0" sz="8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1" name="Google Shape;161;p38"/>
          <p:cNvSpPr txBox="1"/>
          <p:nvPr>
            <p:ph idx="1" type="body"/>
          </p:nvPr>
        </p:nvSpPr>
        <p:spPr>
          <a:xfrm>
            <a:off x="1676400" y="3651250"/>
            <a:ext cx="21031200" cy="8702676"/>
          </a:xfrm>
          <a:prstGeom prst="rect">
            <a:avLst/>
          </a:prstGeom>
          <a:noFill/>
          <a:ln>
            <a:noFill/>
          </a:ln>
        </p:spPr>
        <p:txBody>
          <a:bodyPr anchorCtr="0" anchor="t" bIns="45700" lIns="91425" spcFirstLastPara="1" rIns="91425" wrap="square" tIns="45700">
            <a:normAutofit/>
          </a:bodyPr>
          <a:lstStyle>
            <a:lvl1pPr indent="-584200" lvl="0" marL="457200" marR="0" rtl="0" algn="l">
              <a:lnSpc>
                <a:spcPct val="90000"/>
              </a:lnSpc>
              <a:spcBef>
                <a:spcPts val="2000"/>
              </a:spcBef>
              <a:spcAft>
                <a:spcPts val="0"/>
              </a:spcAft>
              <a:buClr>
                <a:schemeClr val="dk1"/>
              </a:buClr>
              <a:buSzPts val="5600"/>
              <a:buFont typeface="Arial"/>
              <a:buChar char="•"/>
              <a:defRPr b="0" i="0" sz="5600" u="none" cap="none" strike="noStrike">
                <a:solidFill>
                  <a:schemeClr val="dk1"/>
                </a:solidFill>
                <a:latin typeface="Calibri"/>
                <a:ea typeface="Calibri"/>
                <a:cs typeface="Calibri"/>
                <a:sym typeface="Calibri"/>
              </a:defRPr>
            </a:lvl1pPr>
            <a:lvl2pPr indent="-533400" lvl="1" marL="914400" marR="0" rtl="0" algn="l">
              <a:lnSpc>
                <a:spcPct val="90000"/>
              </a:lnSpc>
              <a:spcBef>
                <a:spcPts val="1000"/>
              </a:spcBef>
              <a:spcAft>
                <a:spcPts val="0"/>
              </a:spcAft>
              <a:buClr>
                <a:schemeClr val="dk1"/>
              </a:buClr>
              <a:buSzPts val="4800"/>
              <a:buFont typeface="Arial"/>
              <a:buChar char="•"/>
              <a:defRPr b="0" i="0" sz="4800" u="none" cap="none" strike="noStrike">
                <a:solidFill>
                  <a:schemeClr val="dk1"/>
                </a:solidFill>
                <a:latin typeface="Calibri"/>
                <a:ea typeface="Calibri"/>
                <a:cs typeface="Calibri"/>
                <a:sym typeface="Calibri"/>
              </a:defRPr>
            </a:lvl2pPr>
            <a:lvl3pPr indent="-482600" lvl="2" marL="1371600" marR="0" rtl="0" algn="l">
              <a:lnSpc>
                <a:spcPct val="90000"/>
              </a:lnSpc>
              <a:spcBef>
                <a:spcPts val="1000"/>
              </a:spcBef>
              <a:spcAft>
                <a:spcPts val="0"/>
              </a:spcAft>
              <a:buClr>
                <a:schemeClr val="dk1"/>
              </a:buClr>
              <a:buSzPts val="4000"/>
              <a:buFont typeface="Arial"/>
              <a:buChar char="•"/>
              <a:defRPr b="0" i="0" sz="4000" u="none" cap="none" strike="noStrike">
                <a:solidFill>
                  <a:schemeClr val="dk1"/>
                </a:solidFill>
                <a:latin typeface="Calibri"/>
                <a:ea typeface="Calibri"/>
                <a:cs typeface="Calibri"/>
                <a:sym typeface="Calibri"/>
              </a:defRPr>
            </a:lvl3pPr>
            <a:lvl4pPr indent="-457200" lvl="3" marL="18288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4pPr>
            <a:lvl5pPr indent="-457200" lvl="4" marL="22860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5pPr>
            <a:lvl6pPr indent="-457200" lvl="5" marL="27432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6pPr>
            <a:lvl7pPr indent="-457200" lvl="6" marL="32004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7pPr>
            <a:lvl8pPr indent="-457200" lvl="7" marL="36576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8pPr>
            <a:lvl9pPr indent="-457200" lvl="8" marL="41148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9pPr>
          </a:lstStyle>
          <a:p/>
        </p:txBody>
      </p:sp>
      <p:sp>
        <p:nvSpPr>
          <p:cNvPr id="162" name="Google Shape;162;p38"/>
          <p:cNvSpPr txBox="1"/>
          <p:nvPr>
            <p:ph idx="10" type="dt"/>
          </p:nvPr>
        </p:nvSpPr>
        <p:spPr>
          <a:xfrm>
            <a:off x="1676400" y="12712701"/>
            <a:ext cx="5486400" cy="73025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63" name="Google Shape;163;p38"/>
          <p:cNvSpPr txBox="1"/>
          <p:nvPr>
            <p:ph idx="11" type="ftr"/>
          </p:nvPr>
        </p:nvSpPr>
        <p:spPr>
          <a:xfrm>
            <a:off x="8077200" y="12712701"/>
            <a:ext cx="8229600" cy="73025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24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64" name="Google Shape;164;p38"/>
          <p:cNvSpPr txBox="1"/>
          <p:nvPr>
            <p:ph idx="12" type="sldNum"/>
          </p:nvPr>
        </p:nvSpPr>
        <p:spPr>
          <a:xfrm>
            <a:off x="17221200" y="12712701"/>
            <a:ext cx="5486400" cy="73025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6.png"/><Relationship Id="rId5"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15.png"/><Relationship Id="rId5"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24.png"/><Relationship Id="rId5" Type="http://schemas.openxmlformats.org/officeDocument/2006/relationships/image" Target="../media/image8.png"/><Relationship Id="rId6"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15.png"/><Relationship Id="rId5" Type="http://schemas.openxmlformats.org/officeDocument/2006/relationships/image" Target="../media/image21.png"/><Relationship Id="rId6" Type="http://schemas.openxmlformats.org/officeDocument/2006/relationships/image" Target="../media/image8.png"/><Relationship Id="rId7"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4.png"/><Relationship Id="rId5"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 Id="rId3" Type="http://schemas.openxmlformats.org/officeDocument/2006/relationships/image" Target="../media/image26.png"/><Relationship Id="rId4" Type="http://schemas.openxmlformats.org/officeDocument/2006/relationships/image" Target="../media/image22.png"/><Relationship Id="rId5"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2.jp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jpg"/><Relationship Id="rId4" Type="http://schemas.openxmlformats.org/officeDocument/2006/relationships/image" Target="../media/image5.png"/><Relationship Id="rId5" Type="http://schemas.openxmlformats.org/officeDocument/2006/relationships/image" Target="../media/image20.png"/><Relationship Id="rId6" Type="http://schemas.openxmlformats.org/officeDocument/2006/relationships/image" Target="../media/image3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8.jpg"/><Relationship Id="rId4" Type="http://schemas.openxmlformats.org/officeDocument/2006/relationships/image" Target="../media/image28.png"/><Relationship Id="rId5"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jpg"/><Relationship Id="rId4" Type="http://schemas.openxmlformats.org/officeDocument/2006/relationships/image" Target="../media/image28.png"/><Relationship Id="rId5"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8.jp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2.jpg"/><Relationship Id="rId4" Type="http://schemas.openxmlformats.org/officeDocument/2006/relationships/image" Target="../media/image32.png"/><Relationship Id="rId5"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2.jp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2.jpg"/><Relationship Id="rId4" Type="http://schemas.openxmlformats.org/officeDocument/2006/relationships/image" Target="../media/image35.png"/><Relationship Id="rId5" Type="http://schemas.openxmlformats.org/officeDocument/2006/relationships/image" Target="../media/image4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2.jpg"/><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2.jpg"/><Relationship Id="rId4" Type="http://schemas.openxmlformats.org/officeDocument/2006/relationships/image" Target="../media/image51.png"/><Relationship Id="rId5" Type="http://schemas.openxmlformats.org/officeDocument/2006/relationships/image" Target="../media/image32.png"/><Relationship Id="rId6" Type="http://schemas.openxmlformats.org/officeDocument/2006/relationships/image" Target="../media/image5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 Id="rId3" Type="http://schemas.openxmlformats.org/officeDocument/2006/relationships/image" Target="../media/image41.png"/><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5.xml"/><Relationship Id="rId3" Type="http://schemas.openxmlformats.org/officeDocument/2006/relationships/image" Target="../media/image41.png"/><Relationship Id="rId4" Type="http://schemas.openxmlformats.org/officeDocument/2006/relationships/image" Target="../media/image5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7.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66.png"/><Relationship Id="rId6" Type="http://schemas.openxmlformats.org/officeDocument/2006/relationships/image" Target="../media/image4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9.xml"/><Relationship Id="rId3" Type="http://schemas.openxmlformats.org/officeDocument/2006/relationships/image" Target="../media/image50.png"/><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8.jpg"/><Relationship Id="rId4" Type="http://schemas.openxmlformats.org/officeDocument/2006/relationships/image" Target="../media/image28.png"/><Relationship Id="rId5" Type="http://schemas.openxmlformats.org/officeDocument/2006/relationships/image" Target="../media/image54.png"/><Relationship Id="rId6" Type="http://schemas.openxmlformats.org/officeDocument/2006/relationships/image" Target="../media/image4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8.jpg"/><Relationship Id="rId4" Type="http://schemas.openxmlformats.org/officeDocument/2006/relationships/image" Target="../media/image28.png"/><Relationship Id="rId5" Type="http://schemas.openxmlformats.org/officeDocument/2006/relationships/image" Target="../media/image54.png"/><Relationship Id="rId6" Type="http://schemas.openxmlformats.org/officeDocument/2006/relationships/image" Target="../media/image4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5.xml"/><Relationship Id="rId3" Type="http://schemas.openxmlformats.org/officeDocument/2006/relationships/image" Target="../media/image5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6.xml"/><Relationship Id="rId3" Type="http://schemas.openxmlformats.org/officeDocument/2006/relationships/image" Target="../media/image64.gif"/><Relationship Id="rId4" Type="http://schemas.openxmlformats.org/officeDocument/2006/relationships/image" Target="../media/image6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7.xml"/><Relationship Id="rId3" Type="http://schemas.openxmlformats.org/officeDocument/2006/relationships/image" Target="../media/image8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8.xml"/><Relationship Id="rId3" Type="http://schemas.openxmlformats.org/officeDocument/2006/relationships/image" Target="../media/image5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8.jpg"/><Relationship Id="rId4" Type="http://schemas.openxmlformats.org/officeDocument/2006/relationships/image" Target="../media/image55.png"/><Relationship Id="rId5" Type="http://schemas.openxmlformats.org/officeDocument/2006/relationships/image" Target="../media/image28.png"/><Relationship Id="rId6" Type="http://schemas.openxmlformats.org/officeDocument/2006/relationships/image" Target="../media/image4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6.xml"/><Relationship Id="rId3" Type="http://schemas.openxmlformats.org/officeDocument/2006/relationships/image" Target="../media/image5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7.xml"/><Relationship Id="rId3" Type="http://schemas.openxmlformats.org/officeDocument/2006/relationships/image" Target="../media/image7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8.xml"/><Relationship Id="rId3" Type="http://schemas.openxmlformats.org/officeDocument/2006/relationships/image" Target="../media/image7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9.xml"/><Relationship Id="rId3" Type="http://schemas.openxmlformats.org/officeDocument/2006/relationships/image" Target="../media/image7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1.xml"/><Relationship Id="rId3" Type="http://schemas.openxmlformats.org/officeDocument/2006/relationships/image" Target="../media/image7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2.xml"/><Relationship Id="rId3" Type="http://schemas.openxmlformats.org/officeDocument/2006/relationships/image" Target="../media/image6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5.xml"/><Relationship Id="rId3" Type="http://schemas.openxmlformats.org/officeDocument/2006/relationships/image" Target="../media/image6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6.xml"/><Relationship Id="rId3" Type="http://schemas.openxmlformats.org/officeDocument/2006/relationships/image" Target="../media/image6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7.xml"/><Relationship Id="rId3" Type="http://schemas.openxmlformats.org/officeDocument/2006/relationships/image" Target="../media/image8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8.xml"/><Relationship Id="rId3" Type="http://schemas.openxmlformats.org/officeDocument/2006/relationships/image" Target="../media/image70.jpg"/><Relationship Id="rId4" Type="http://schemas.openxmlformats.org/officeDocument/2006/relationships/image" Target="../media/image82.png"/><Relationship Id="rId5" Type="http://schemas.openxmlformats.org/officeDocument/2006/relationships/image" Target="../media/image6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9.xml"/><Relationship Id="rId3" Type="http://schemas.openxmlformats.org/officeDocument/2006/relationships/image" Target="../media/image6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0.xml"/><Relationship Id="rId3" Type="http://schemas.openxmlformats.org/officeDocument/2006/relationships/image" Target="../media/image7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1.xml"/><Relationship Id="rId3" Type="http://schemas.openxmlformats.org/officeDocument/2006/relationships/image" Target="../media/image7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2.xml"/><Relationship Id="rId3" Type="http://schemas.openxmlformats.org/officeDocument/2006/relationships/image" Target="../media/image6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3.xml"/><Relationship Id="rId3" Type="http://schemas.openxmlformats.org/officeDocument/2006/relationships/image" Target="../media/image7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4.xml"/><Relationship Id="rId3" Type="http://schemas.openxmlformats.org/officeDocument/2006/relationships/image" Target="../media/image7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5.xml"/><Relationship Id="rId3" Type="http://schemas.openxmlformats.org/officeDocument/2006/relationships/image" Target="../media/image8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6.xml"/><Relationship Id="rId3" Type="http://schemas.openxmlformats.org/officeDocument/2006/relationships/image" Target="../media/image9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7.xml"/><Relationship Id="rId3" Type="http://schemas.openxmlformats.org/officeDocument/2006/relationships/image" Target="../media/image7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8.xml"/><Relationship Id="rId3" Type="http://schemas.openxmlformats.org/officeDocument/2006/relationships/image" Target="../media/image7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9.xml"/><Relationship Id="rId3" Type="http://schemas.openxmlformats.org/officeDocument/2006/relationships/image" Target="../media/image8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0.xml"/><Relationship Id="rId3" Type="http://schemas.openxmlformats.org/officeDocument/2006/relationships/image" Target="../media/image8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1.xml"/><Relationship Id="rId3" Type="http://schemas.openxmlformats.org/officeDocument/2006/relationships/image" Target="../media/image8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2.xml"/><Relationship Id="rId3" Type="http://schemas.openxmlformats.org/officeDocument/2006/relationships/image" Target="../media/image9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3.xml"/><Relationship Id="rId3" Type="http://schemas.openxmlformats.org/officeDocument/2006/relationships/image" Target="../media/image8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4.xml"/><Relationship Id="rId3" Type="http://schemas.openxmlformats.org/officeDocument/2006/relationships/image" Target="../media/image9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5.xml"/><Relationship Id="rId3" Type="http://schemas.openxmlformats.org/officeDocument/2006/relationships/image" Target="../media/image9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6.xml"/><Relationship Id="rId3" Type="http://schemas.openxmlformats.org/officeDocument/2006/relationships/image" Target="../media/image8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7.xml"/><Relationship Id="rId3" Type="http://schemas.openxmlformats.org/officeDocument/2006/relationships/image" Target="../media/image8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8.xml"/><Relationship Id="rId3" Type="http://schemas.openxmlformats.org/officeDocument/2006/relationships/image" Target="../media/image9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9.xml"/><Relationship Id="rId3" Type="http://schemas.openxmlformats.org/officeDocument/2006/relationships/image" Target="../media/image9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0.xml"/><Relationship Id="rId3" Type="http://schemas.openxmlformats.org/officeDocument/2006/relationships/image" Target="../media/image9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7" name="Shape 237"/>
        <p:cNvGrpSpPr/>
        <p:nvPr/>
      </p:nvGrpSpPr>
      <p:grpSpPr>
        <a:xfrm>
          <a:off x="0" y="0"/>
          <a:ext cx="0" cy="0"/>
          <a:chOff x="0" y="0"/>
          <a:chExt cx="0" cy="0"/>
        </a:xfrm>
      </p:grpSpPr>
      <p:sp>
        <p:nvSpPr>
          <p:cNvPr id="238" name="Google Shape;238;p1"/>
          <p:cNvSpPr/>
          <p:nvPr/>
        </p:nvSpPr>
        <p:spPr>
          <a:xfrm>
            <a:off x="0" y="9462052"/>
            <a:ext cx="16967199" cy="3697357"/>
          </a:xfrm>
          <a:prstGeom prst="rect">
            <a:avLst/>
          </a:prstGeom>
          <a:gradFill>
            <a:gsLst>
              <a:gs pos="0">
                <a:srgbClr val="000000">
                  <a:alpha val="48627"/>
                </a:srgbClr>
              </a:gs>
              <a:gs pos="61000">
                <a:srgbClr val="000000">
                  <a:alpha val="28627"/>
                </a:srgbClr>
              </a:gs>
              <a:gs pos="100000">
                <a:srgbClr val="FFFFFF">
                  <a:alpha val="17647"/>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239" name="Google Shape;239;p1"/>
          <p:cNvSpPr txBox="1"/>
          <p:nvPr/>
        </p:nvSpPr>
        <p:spPr>
          <a:xfrm>
            <a:off x="411742" y="9796002"/>
            <a:ext cx="11263423"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7200"/>
              <a:buFont typeface="Lato"/>
              <a:buNone/>
            </a:pPr>
            <a:r>
              <a:rPr b="0" i="0" lang="es-MX" sz="7200" u="none" cap="none" strike="noStrike">
                <a:solidFill>
                  <a:schemeClr val="lt1"/>
                </a:solidFill>
                <a:latin typeface="Lato"/>
                <a:ea typeface="Lato"/>
                <a:cs typeface="Lato"/>
                <a:sym typeface="Lato"/>
              </a:rPr>
              <a:t>Diseño y Gestión de Bases de Datos con SQL </a:t>
            </a:r>
            <a:endParaRPr b="0" i="0" sz="1800" u="none" cap="none" strike="noStrike">
              <a:solidFill>
                <a:schemeClr val="dk1"/>
              </a:solidFill>
              <a:latin typeface="Calibri"/>
              <a:ea typeface="Calibri"/>
              <a:cs typeface="Calibri"/>
              <a:sym typeface="Calibri"/>
            </a:endParaRPr>
          </a:p>
        </p:txBody>
      </p:sp>
      <p:sp>
        <p:nvSpPr>
          <p:cNvPr id="240" name="Google Shape;240;p1"/>
          <p:cNvSpPr txBox="1"/>
          <p:nvPr/>
        </p:nvSpPr>
        <p:spPr>
          <a:xfrm>
            <a:off x="411753" y="12104325"/>
            <a:ext cx="15445800"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4800"/>
              <a:buFont typeface="Roboto"/>
              <a:buNone/>
            </a:pPr>
            <a:r>
              <a:rPr b="0" i="0" lang="es-MX" sz="4800" u="none" cap="none" strike="noStrike">
                <a:solidFill>
                  <a:schemeClr val="lt1"/>
                </a:solidFill>
                <a:latin typeface="Roboto"/>
                <a:ea typeface="Roboto"/>
                <a:cs typeface="Roboto"/>
                <a:sym typeface="Roboto"/>
              </a:rPr>
              <a:t>Introducción a NoSQL</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4" name="Shape 244"/>
        <p:cNvGrpSpPr/>
        <p:nvPr/>
      </p:nvGrpSpPr>
      <p:grpSpPr>
        <a:xfrm>
          <a:off x="0" y="0"/>
          <a:ext cx="0" cy="0"/>
          <a:chOff x="0" y="0"/>
          <a:chExt cx="0" cy="0"/>
        </a:xfrm>
      </p:grpSpPr>
      <p:sp>
        <p:nvSpPr>
          <p:cNvPr id="245" name="Google Shape;245;p61"/>
          <p:cNvSpPr/>
          <p:nvPr/>
        </p:nvSpPr>
        <p:spPr>
          <a:xfrm>
            <a:off x="2440768" y="5485664"/>
            <a:ext cx="8679638" cy="1372336"/>
          </a:xfrm>
          <a:prstGeom prst="rect">
            <a:avLst/>
          </a:prstGeom>
          <a:solidFill>
            <a:schemeClr val="accent4">
              <a:alpha val="80000"/>
            </a:schemeClr>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4800"/>
              <a:buFont typeface="Arial"/>
              <a:buNone/>
            </a:pPr>
            <a:r>
              <a:rPr b="0" i="0" lang="es-MX" sz="4800" u="none" cap="none" strike="noStrike">
                <a:solidFill>
                  <a:srgbClr val="000000"/>
                </a:solidFill>
                <a:latin typeface="Lato"/>
                <a:ea typeface="Lato"/>
                <a:cs typeface="Lato"/>
                <a:sym typeface="Lato"/>
              </a:rPr>
              <a:t>RELACIONALES</a:t>
            </a:r>
            <a:endParaRPr b="0" i="0" sz="3600" u="none" cap="none" strike="noStrike">
              <a:solidFill>
                <a:srgbClr val="000000"/>
              </a:solidFill>
              <a:latin typeface="Lato"/>
              <a:ea typeface="Lato"/>
              <a:cs typeface="Lato"/>
              <a:sym typeface="Lato"/>
            </a:endParaRPr>
          </a:p>
        </p:txBody>
      </p:sp>
      <p:sp>
        <p:nvSpPr>
          <p:cNvPr id="246" name="Google Shape;246;p61"/>
          <p:cNvSpPr/>
          <p:nvPr/>
        </p:nvSpPr>
        <p:spPr>
          <a:xfrm>
            <a:off x="12810402" y="5485664"/>
            <a:ext cx="8679638" cy="1372336"/>
          </a:xfrm>
          <a:prstGeom prst="rect">
            <a:avLst/>
          </a:prstGeom>
          <a:solidFill>
            <a:schemeClr val="accent4">
              <a:alpha val="80000"/>
            </a:schemeClr>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4800"/>
              <a:buFont typeface="Arial"/>
              <a:buNone/>
            </a:pPr>
            <a:r>
              <a:rPr b="0" i="0" lang="es-MX" sz="4800" u="none" cap="none" strike="noStrike">
                <a:solidFill>
                  <a:srgbClr val="000000"/>
                </a:solidFill>
                <a:latin typeface="Lato"/>
                <a:ea typeface="Lato"/>
                <a:cs typeface="Lato"/>
                <a:sym typeface="Lato"/>
              </a:rPr>
              <a:t>NO RELACIONALES</a:t>
            </a:r>
            <a:endParaRPr b="0" i="0" sz="1400" u="none" cap="none" strike="noStrike">
              <a:solidFill>
                <a:srgbClr val="000000"/>
              </a:solidFill>
              <a:latin typeface="Arial"/>
              <a:ea typeface="Arial"/>
              <a:cs typeface="Arial"/>
              <a:sym typeface="Arial"/>
            </a:endParaRPr>
          </a:p>
        </p:txBody>
      </p:sp>
      <p:sp>
        <p:nvSpPr>
          <p:cNvPr id="247" name="Google Shape;247;p61"/>
          <p:cNvSpPr txBox="1"/>
          <p:nvPr>
            <p:ph type="title"/>
          </p:nvPr>
        </p:nvSpPr>
        <p:spPr>
          <a:xfrm>
            <a:off x="3168503" y="730253"/>
            <a:ext cx="18011554"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8800"/>
              <a:buNone/>
            </a:pPr>
            <a:r>
              <a:rPr lang="es-MX">
                <a:latin typeface="Roboto"/>
                <a:ea typeface="Roboto"/>
                <a:cs typeface="Roboto"/>
                <a:sym typeface="Roboto"/>
              </a:rPr>
              <a:t>RECORDEMOS QUE EXISTEN DOS TIPOS DE BASES DE DATOS</a:t>
            </a:r>
            <a:endParaRPr>
              <a:latin typeface="Roboto"/>
              <a:ea typeface="Roboto"/>
              <a:cs typeface="Roboto"/>
              <a:sym typeface="Roboto"/>
            </a:endParaRPr>
          </a:p>
        </p:txBody>
      </p:sp>
      <p:sp>
        <p:nvSpPr>
          <p:cNvPr id="248" name="Google Shape;248;p61"/>
          <p:cNvSpPr txBox="1"/>
          <p:nvPr/>
        </p:nvSpPr>
        <p:spPr>
          <a:xfrm>
            <a:off x="361951" y="13144501"/>
            <a:ext cx="23793450" cy="36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s-MX" sz="1800" u="none" cap="none" strike="noStrike">
                <a:solidFill>
                  <a:srgbClr val="000000"/>
                </a:solidFill>
                <a:latin typeface="Lato"/>
                <a:ea typeface="Lato"/>
                <a:cs typeface="Lato"/>
                <a:sym typeface="Lato"/>
              </a:rPr>
              <a:t>© Diseño y Gestión de Bases de Datos con SQL  | Universidad de los Andes </a:t>
            </a:r>
            <a:endParaRPr b="0" i="0" sz="1400" u="none" cap="none" strike="noStrike">
              <a:solidFill>
                <a:srgbClr val="000000"/>
              </a:solidFill>
              <a:latin typeface="Arial"/>
              <a:ea typeface="Arial"/>
              <a:cs typeface="Arial"/>
              <a:sym typeface="Arial"/>
            </a:endParaRPr>
          </a:p>
        </p:txBody>
      </p:sp>
      <p:pic>
        <p:nvPicPr>
          <p:cNvPr id="249" name="Google Shape;249;p61"/>
          <p:cNvPicPr preferRelativeResize="0"/>
          <p:nvPr/>
        </p:nvPicPr>
        <p:blipFill rotWithShape="1">
          <a:blip r:embed="rId4">
            <a:alphaModFix/>
          </a:blip>
          <a:srcRect b="0" l="0" r="0" t="0"/>
          <a:stretch/>
        </p:blipFill>
        <p:spPr>
          <a:xfrm>
            <a:off x="2096908" y="5178871"/>
            <a:ext cx="2516470" cy="2516470"/>
          </a:xfrm>
          <a:prstGeom prst="rect">
            <a:avLst/>
          </a:prstGeom>
          <a:noFill/>
          <a:ln>
            <a:noFill/>
          </a:ln>
        </p:spPr>
      </p:pic>
      <p:pic>
        <p:nvPicPr>
          <p:cNvPr id="250" name="Google Shape;250;p61"/>
          <p:cNvPicPr preferRelativeResize="0"/>
          <p:nvPr/>
        </p:nvPicPr>
        <p:blipFill rotWithShape="1">
          <a:blip r:embed="rId5">
            <a:alphaModFix/>
          </a:blip>
          <a:srcRect b="0" l="0" r="0" t="0"/>
          <a:stretch/>
        </p:blipFill>
        <p:spPr>
          <a:xfrm>
            <a:off x="11591109" y="5178872"/>
            <a:ext cx="2516472" cy="2516472"/>
          </a:xfrm>
          <a:prstGeom prst="rect">
            <a:avLst/>
          </a:prstGeom>
          <a:noFill/>
          <a:ln>
            <a:noFill/>
          </a:ln>
        </p:spPr>
      </p:pic>
      <p:sp>
        <p:nvSpPr>
          <p:cNvPr id="251" name="Google Shape;251;p61"/>
          <p:cNvSpPr txBox="1"/>
          <p:nvPr/>
        </p:nvSpPr>
        <p:spPr>
          <a:xfrm>
            <a:off x="2181304" y="8365148"/>
            <a:ext cx="8939102"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s-MX" sz="3600" u="none" cap="none" strike="noStrike">
                <a:solidFill>
                  <a:srgbClr val="000000"/>
                </a:solidFill>
                <a:latin typeface="Lato"/>
                <a:ea typeface="Lato"/>
                <a:cs typeface="Lato"/>
                <a:sym typeface="Lato"/>
              </a:rPr>
              <a:t>Almacenan los datos en tablas estructuradas y aplican esquemas y relaciones estrictos.</a:t>
            </a:r>
            <a:endParaRPr b="0" i="0" sz="1400" u="none" cap="none" strike="noStrike">
              <a:solidFill>
                <a:srgbClr val="000000"/>
              </a:solidFill>
              <a:latin typeface="Arial"/>
              <a:ea typeface="Arial"/>
              <a:cs typeface="Arial"/>
              <a:sym typeface="Arial"/>
            </a:endParaRPr>
          </a:p>
        </p:txBody>
      </p:sp>
      <p:sp>
        <p:nvSpPr>
          <p:cNvPr id="252" name="Google Shape;252;p61"/>
          <p:cNvSpPr txBox="1"/>
          <p:nvPr/>
        </p:nvSpPr>
        <p:spPr>
          <a:xfrm>
            <a:off x="12849346" y="8365148"/>
            <a:ext cx="8640694"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s-MX" sz="3600" u="none" cap="none" strike="noStrike">
                <a:solidFill>
                  <a:srgbClr val="000000"/>
                </a:solidFill>
                <a:latin typeface="Lato"/>
                <a:ea typeface="Lato"/>
                <a:cs typeface="Lato"/>
                <a:sym typeface="Lato"/>
              </a:rPr>
              <a:t>Utilizan formatos más flexibles, como documentos, grafos, pares clave-valor o columnas anchas.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par>
                                <p:cTn fill="hold" nodeType="with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10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par>
                                <p:cTn fill="hold" nodeType="with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500"/>
                                        <p:tgtEl>
                                          <p:spTgt spid="2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500"/>
                                        <p:tgtEl>
                                          <p:spTgt spid="2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
          <p:cNvSpPr txBox="1"/>
          <p:nvPr>
            <p:ph idx="4294967295" type="title"/>
          </p:nvPr>
        </p:nvSpPr>
        <p:spPr>
          <a:xfrm>
            <a:off x="3071501" y="763587"/>
            <a:ext cx="18240997" cy="2286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8000"/>
              <a:buFont typeface="Calibri"/>
              <a:buNone/>
            </a:pPr>
            <a:r>
              <a:rPr lang="es-MX">
                <a:latin typeface="Roboto"/>
                <a:ea typeface="Roboto"/>
                <a:cs typeface="Roboto"/>
                <a:sym typeface="Roboto"/>
              </a:rPr>
              <a:t>BASES DE DATOS NoSQL</a:t>
            </a:r>
            <a:endParaRPr>
              <a:latin typeface="Roboto"/>
              <a:ea typeface="Roboto"/>
              <a:cs typeface="Roboto"/>
              <a:sym typeface="Roboto"/>
            </a:endParaRPr>
          </a:p>
        </p:txBody>
      </p:sp>
      <p:sp>
        <p:nvSpPr>
          <p:cNvPr descr="mediana" id="259" name="Google Shape;259;p4"/>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260" name="Google Shape;260;p4"/>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61" name="Google Shape;261;p4"/>
          <p:cNvSpPr txBox="1"/>
          <p:nvPr/>
        </p:nvSpPr>
        <p:spPr>
          <a:xfrm>
            <a:off x="2475012" y="4488873"/>
            <a:ext cx="10021788" cy="7590686"/>
          </a:xfrm>
          <a:prstGeom prst="rect">
            <a:avLst/>
          </a:prstGeom>
          <a:noFill/>
          <a:ln>
            <a:noFill/>
          </a:ln>
        </p:spPr>
        <p:txBody>
          <a:bodyPr anchorCtr="0" anchor="t" bIns="91425" lIns="182875" spcFirstLastPara="1" rIns="182875" wrap="square" tIns="91425">
            <a:noAutofit/>
          </a:bodyPr>
          <a:lstStyle/>
          <a:p>
            <a:pPr indent="0" lvl="0" marL="0" marR="0" rtl="0" algn="just">
              <a:lnSpc>
                <a:spcPct val="100000"/>
              </a:lnSpc>
              <a:spcBef>
                <a:spcPts val="0"/>
              </a:spcBef>
              <a:spcAft>
                <a:spcPts val="0"/>
              </a:spcAft>
              <a:buClr>
                <a:schemeClr val="dk1"/>
              </a:buClr>
              <a:buSzPts val="4000"/>
              <a:buFont typeface="Arial"/>
              <a:buNone/>
            </a:pPr>
            <a:r>
              <a:rPr b="0" i="0" lang="es-MX" sz="4000" u="none" cap="none" strike="noStrike">
                <a:solidFill>
                  <a:schemeClr val="dk1"/>
                </a:solidFill>
                <a:latin typeface="Arial"/>
                <a:ea typeface="Arial"/>
                <a:cs typeface="Arial"/>
                <a:sym typeface="Arial"/>
              </a:rPr>
              <a:t>Una </a:t>
            </a:r>
            <a:r>
              <a:rPr b="1" i="0" lang="es-MX" sz="4000" u="none" cap="none" strike="noStrike">
                <a:solidFill>
                  <a:schemeClr val="dk1"/>
                </a:solidFill>
                <a:latin typeface="Arial"/>
                <a:ea typeface="Arial"/>
                <a:cs typeface="Arial"/>
                <a:sym typeface="Arial"/>
              </a:rPr>
              <a:t>base de datos NoSQL</a:t>
            </a:r>
            <a:r>
              <a:rPr b="0" i="0" lang="es-MX" sz="4000" u="none" cap="none" strike="noStrike">
                <a:solidFill>
                  <a:schemeClr val="dk1"/>
                </a:solidFill>
                <a:latin typeface="Arial"/>
                <a:ea typeface="Arial"/>
                <a:cs typeface="Arial"/>
                <a:sym typeface="Arial"/>
              </a:rPr>
              <a:t> (acrónimo de “not only SQL”, </a:t>
            </a:r>
            <a:r>
              <a:rPr b="0" i="1" lang="es-MX" sz="4000" u="none" cap="none" strike="noStrike">
                <a:solidFill>
                  <a:schemeClr val="dk1"/>
                </a:solidFill>
                <a:latin typeface="Arial"/>
                <a:ea typeface="Arial"/>
                <a:cs typeface="Arial"/>
                <a:sym typeface="Arial"/>
              </a:rPr>
              <a:t>no solo SQL</a:t>
            </a:r>
            <a:r>
              <a:rPr b="0" i="0" lang="es-MX" sz="4000" u="none" cap="none" strike="noStrike">
                <a:solidFill>
                  <a:schemeClr val="dk1"/>
                </a:solidFill>
                <a:latin typeface="Arial"/>
                <a:ea typeface="Arial"/>
                <a:cs typeface="Arial"/>
                <a:sym typeface="Arial"/>
              </a:rPr>
              <a:t>) es un sistema de almacenamiento de datos </a:t>
            </a:r>
            <a:r>
              <a:rPr b="1" i="0" lang="es-MX" sz="4000" u="none" cap="none" strike="noStrike">
                <a:solidFill>
                  <a:schemeClr val="dk1"/>
                </a:solidFill>
                <a:latin typeface="Arial"/>
                <a:ea typeface="Arial"/>
                <a:cs typeface="Arial"/>
                <a:sym typeface="Arial"/>
              </a:rPr>
              <a:t>no relacional</a:t>
            </a:r>
            <a:r>
              <a:rPr b="0" i="0" lang="es-MX" sz="40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800"/>
              </a:spcBef>
              <a:spcAft>
                <a:spcPts val="0"/>
              </a:spcAft>
              <a:buClr>
                <a:schemeClr val="dk1"/>
              </a:buClr>
              <a:buSzPts val="4000"/>
              <a:buFont typeface="Arial"/>
              <a:buNone/>
            </a:pPr>
            <a:r>
              <a:t/>
            </a:r>
            <a:endParaRPr b="0" i="0" sz="4000" u="none" cap="none" strike="noStrike">
              <a:solidFill>
                <a:schemeClr val="dk1"/>
              </a:solidFill>
              <a:latin typeface="Arial"/>
              <a:ea typeface="Arial"/>
              <a:cs typeface="Arial"/>
              <a:sym typeface="Arial"/>
            </a:endParaRPr>
          </a:p>
          <a:p>
            <a:pPr indent="0" lvl="0" marL="0" marR="0" rtl="0" algn="just">
              <a:lnSpc>
                <a:spcPct val="100000"/>
              </a:lnSpc>
              <a:spcBef>
                <a:spcPts val="800"/>
              </a:spcBef>
              <a:spcAft>
                <a:spcPts val="0"/>
              </a:spcAft>
              <a:buClr>
                <a:schemeClr val="dk1"/>
              </a:buClr>
              <a:buSzPts val="4000"/>
              <a:buFont typeface="Arial"/>
              <a:buNone/>
            </a:pPr>
            <a:r>
              <a:rPr b="0" i="0" lang="es-MX" sz="4000" u="none" cap="none" strike="noStrike">
                <a:solidFill>
                  <a:schemeClr val="dk1"/>
                </a:solidFill>
                <a:latin typeface="Arial"/>
                <a:ea typeface="Arial"/>
                <a:cs typeface="Arial"/>
                <a:sym typeface="Arial"/>
              </a:rPr>
              <a:t>A diferencia de las bases relacionales tradicionales (SQL), las NoSQL almacenan la información en</a:t>
            </a:r>
            <a:r>
              <a:rPr b="1" i="0" lang="es-MX" sz="4000" u="none" cap="none" strike="noStrike">
                <a:solidFill>
                  <a:schemeClr val="dk1"/>
                </a:solidFill>
                <a:latin typeface="Arial"/>
                <a:ea typeface="Arial"/>
                <a:cs typeface="Arial"/>
                <a:sym typeface="Arial"/>
              </a:rPr>
              <a:t> formatos no tabulares </a:t>
            </a:r>
            <a:r>
              <a:rPr b="0" i="0" lang="es-MX" sz="4000" u="none" cap="none" strike="noStrike">
                <a:solidFill>
                  <a:schemeClr val="dk1"/>
                </a:solidFill>
                <a:latin typeface="Arial"/>
                <a:ea typeface="Arial"/>
                <a:cs typeface="Arial"/>
                <a:sym typeface="Arial"/>
              </a:rPr>
              <a:t>en lugar de tablas con filas y columnas fijas.</a:t>
            </a:r>
            <a:endParaRPr b="0" i="0" sz="4000" u="none" cap="none" strike="noStrike">
              <a:solidFill>
                <a:schemeClr val="dk1"/>
              </a:solidFill>
              <a:latin typeface="Arial"/>
              <a:ea typeface="Arial"/>
              <a:cs typeface="Arial"/>
              <a:sym typeface="Arial"/>
            </a:endParaRPr>
          </a:p>
        </p:txBody>
      </p:sp>
      <p:pic>
        <p:nvPicPr>
          <p:cNvPr id="262" name="Google Shape;262;p4"/>
          <p:cNvPicPr preferRelativeResize="0"/>
          <p:nvPr/>
        </p:nvPicPr>
        <p:blipFill rotWithShape="1">
          <a:blip r:embed="rId3">
            <a:alphaModFix/>
          </a:blip>
          <a:srcRect b="0" l="0" r="0" t="0"/>
          <a:stretch/>
        </p:blipFill>
        <p:spPr>
          <a:xfrm>
            <a:off x="14612983" y="5238205"/>
            <a:ext cx="4876800" cy="4876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7" name="Shape 267"/>
        <p:cNvGrpSpPr/>
        <p:nvPr/>
      </p:nvGrpSpPr>
      <p:grpSpPr>
        <a:xfrm>
          <a:off x="0" y="0"/>
          <a:ext cx="0" cy="0"/>
          <a:chOff x="0" y="0"/>
          <a:chExt cx="0" cy="0"/>
        </a:xfrm>
      </p:grpSpPr>
      <p:sp>
        <p:nvSpPr>
          <p:cNvPr id="268" name="Google Shape;268;p7"/>
          <p:cNvSpPr txBox="1"/>
          <p:nvPr>
            <p:ph idx="4294967295" type="title"/>
          </p:nvPr>
        </p:nvSpPr>
        <p:spPr>
          <a:xfrm>
            <a:off x="3277889" y="1622859"/>
            <a:ext cx="15716250" cy="2286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8000"/>
              <a:buFont typeface="Calibri"/>
              <a:buNone/>
            </a:pPr>
            <a:r>
              <a:rPr b="1" lang="es-MX" sz="8000">
                <a:latin typeface="Roboto"/>
                <a:ea typeface="Roboto"/>
                <a:cs typeface="Roboto"/>
                <a:sym typeface="Roboto"/>
              </a:rPr>
              <a:t>Esquema flexible vs. fijo</a:t>
            </a:r>
            <a:endParaRPr b="1" sz="8000">
              <a:latin typeface="Roboto"/>
              <a:ea typeface="Roboto"/>
              <a:cs typeface="Roboto"/>
              <a:sym typeface="Roboto"/>
            </a:endParaRPr>
          </a:p>
        </p:txBody>
      </p:sp>
      <p:sp>
        <p:nvSpPr>
          <p:cNvPr descr="mediana" id="269" name="Google Shape;269;p7"/>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270" name="Google Shape;270;p7"/>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71" name="Google Shape;271;p7"/>
          <p:cNvSpPr txBox="1"/>
          <p:nvPr/>
        </p:nvSpPr>
        <p:spPr>
          <a:xfrm>
            <a:off x="3359150" y="4594387"/>
            <a:ext cx="17586448" cy="6480718"/>
          </a:xfrm>
          <a:prstGeom prst="rect">
            <a:avLst/>
          </a:prstGeom>
          <a:noFill/>
          <a:ln>
            <a:noFill/>
          </a:ln>
        </p:spPr>
        <p:txBody>
          <a:bodyPr anchorCtr="0" anchor="t" bIns="91425" lIns="182875" spcFirstLastPara="1" rIns="182875" wrap="square" tIns="91425">
            <a:noAutofit/>
          </a:bodyPr>
          <a:lstStyle/>
          <a:p>
            <a:pPr indent="0" lvl="0" marL="0" marR="0" rtl="0" algn="just">
              <a:lnSpc>
                <a:spcPct val="100000"/>
              </a:lnSpc>
              <a:spcBef>
                <a:spcPts val="0"/>
              </a:spcBef>
              <a:spcAft>
                <a:spcPts val="0"/>
              </a:spcAft>
              <a:buClr>
                <a:schemeClr val="dk1"/>
              </a:buClr>
              <a:buSzPts val="4000"/>
              <a:buFont typeface="Arial"/>
              <a:buNone/>
            </a:pPr>
            <a:r>
              <a:rPr b="0" i="0" lang="es-MX" sz="4000" u="none" cap="none" strike="noStrike">
                <a:solidFill>
                  <a:schemeClr val="dk1"/>
                </a:solidFill>
                <a:latin typeface="Lato"/>
                <a:ea typeface="Lato"/>
                <a:cs typeface="Lato"/>
                <a:sym typeface="Lato"/>
              </a:rPr>
              <a:t>Las bases relacionales requieren un esquema predefinido y rígido (todas las filas de una tabla comparten las mismas columnas). Las bases NoSQL permiten un esquema dinámico o ausente – cada “documento” o registro puede tener campos distintos.</a:t>
            </a:r>
            <a:endParaRPr b="0" i="0" sz="1400" u="none" cap="none" strike="noStrike">
              <a:solidFill>
                <a:srgbClr val="000000"/>
              </a:solidFill>
              <a:latin typeface="Lato"/>
              <a:ea typeface="Lato"/>
              <a:cs typeface="Lato"/>
              <a:sym typeface="Lato"/>
            </a:endParaRPr>
          </a:p>
          <a:p>
            <a:pPr indent="-88900" lvl="0" marL="342900" marR="0" rtl="0" algn="just">
              <a:lnSpc>
                <a:spcPct val="100000"/>
              </a:lnSpc>
              <a:spcBef>
                <a:spcPts val="800"/>
              </a:spcBef>
              <a:spcAft>
                <a:spcPts val="0"/>
              </a:spcAft>
              <a:buClr>
                <a:schemeClr val="dk1"/>
              </a:buClr>
              <a:buSzPts val="4000"/>
              <a:buFont typeface="Arial"/>
              <a:buNone/>
            </a:pPr>
            <a:r>
              <a:t/>
            </a:r>
            <a:endParaRPr b="0" i="0" sz="4000" u="none" cap="none" strike="noStrike">
              <a:solidFill>
                <a:schemeClr val="dk1"/>
              </a:solidFill>
              <a:latin typeface="Lato"/>
              <a:ea typeface="Lato"/>
              <a:cs typeface="Lato"/>
              <a:sym typeface="Lato"/>
            </a:endParaRPr>
          </a:p>
          <a:p>
            <a:pPr indent="0" lvl="0" marL="0" marR="0" rtl="0" algn="just">
              <a:lnSpc>
                <a:spcPct val="100000"/>
              </a:lnSpc>
              <a:spcBef>
                <a:spcPts val="800"/>
              </a:spcBef>
              <a:spcAft>
                <a:spcPts val="0"/>
              </a:spcAft>
              <a:buClr>
                <a:schemeClr val="dk1"/>
              </a:buClr>
              <a:buSzPts val="4000"/>
              <a:buFont typeface="Arial"/>
              <a:buNone/>
            </a:pPr>
            <a:r>
              <a:rPr b="0" i="0" lang="es-MX" sz="4000" u="none" cap="none" strike="noStrike">
                <a:solidFill>
                  <a:schemeClr val="dk1"/>
                </a:solidFill>
                <a:latin typeface="Lato"/>
                <a:ea typeface="Lato"/>
                <a:cs typeface="Lato"/>
                <a:sym typeface="Lato"/>
              </a:rPr>
              <a:t>Esto proporciona gran </a:t>
            </a:r>
            <a:r>
              <a:rPr b="1" i="0" lang="es-MX" sz="4000" u="none" cap="none" strike="noStrike">
                <a:solidFill>
                  <a:schemeClr val="dk1"/>
                </a:solidFill>
                <a:latin typeface="Lato"/>
                <a:ea typeface="Lato"/>
                <a:cs typeface="Lato"/>
                <a:sym typeface="Lato"/>
              </a:rPr>
              <a:t>flexibilidad</a:t>
            </a:r>
            <a:r>
              <a:rPr b="0" i="0" lang="es-MX" sz="4000" u="none" cap="none" strike="noStrike">
                <a:solidFill>
                  <a:schemeClr val="dk1"/>
                </a:solidFill>
                <a:latin typeface="Lato"/>
                <a:ea typeface="Lato"/>
                <a:cs typeface="Lato"/>
                <a:sym typeface="Lato"/>
              </a:rPr>
              <a:t> para manejar datos semiestructurados o cambiar la estructura según las necesidades.</a:t>
            </a:r>
            <a:endParaRPr b="0" i="0" sz="1400" u="none" cap="none" strike="noStrike">
              <a:solidFill>
                <a:srgbClr val="000000"/>
              </a:solidFill>
              <a:latin typeface="Lato"/>
              <a:ea typeface="Lato"/>
              <a:cs typeface="Lato"/>
              <a:sym typeface="Lato"/>
            </a:endParaRPr>
          </a:p>
          <a:p>
            <a:pPr indent="0" lvl="0" marL="0" marR="0" rtl="0" algn="just">
              <a:lnSpc>
                <a:spcPct val="100000"/>
              </a:lnSpc>
              <a:spcBef>
                <a:spcPts val="800"/>
              </a:spcBef>
              <a:spcAft>
                <a:spcPts val="0"/>
              </a:spcAft>
              <a:buClr>
                <a:schemeClr val="dk1"/>
              </a:buClr>
              <a:buSzPts val="4000"/>
              <a:buFont typeface="Arial"/>
              <a:buNone/>
            </a:pPr>
            <a:r>
              <a:t/>
            </a:r>
            <a:endParaRPr b="0" i="0" sz="4000" u="none" cap="none" strike="noStrike">
              <a:solidFill>
                <a:schemeClr val="dk1"/>
              </a:solidFill>
              <a:latin typeface="Lato"/>
              <a:ea typeface="Lato"/>
              <a:cs typeface="Lato"/>
              <a:sym typeface="Lato"/>
            </a:endParaRPr>
          </a:p>
          <a:p>
            <a:pPr indent="0" lvl="0" marL="0" marR="0" rtl="0" algn="just">
              <a:lnSpc>
                <a:spcPct val="100000"/>
              </a:lnSpc>
              <a:spcBef>
                <a:spcPts val="800"/>
              </a:spcBef>
              <a:spcAft>
                <a:spcPts val="0"/>
              </a:spcAft>
              <a:buClr>
                <a:schemeClr val="dk1"/>
              </a:buClr>
              <a:buSzPts val="4000"/>
              <a:buFont typeface="Arial"/>
              <a:buNone/>
            </a:pPr>
            <a:r>
              <a:rPr b="0" i="0" lang="es-MX" sz="4000" u="none" cap="none" strike="noStrike">
                <a:solidFill>
                  <a:schemeClr val="dk1"/>
                </a:solidFill>
                <a:latin typeface="Lato"/>
                <a:ea typeface="Lato"/>
                <a:cs typeface="Lato"/>
                <a:sym typeface="Lato"/>
              </a:rPr>
              <a:t>Las bases SQL ofrecen más </a:t>
            </a:r>
            <a:r>
              <a:rPr b="1" i="0" lang="es-MX" sz="4000" u="none" cap="none" strike="noStrike">
                <a:solidFill>
                  <a:schemeClr val="dk1"/>
                </a:solidFill>
                <a:latin typeface="Lato"/>
                <a:ea typeface="Lato"/>
                <a:cs typeface="Lato"/>
                <a:sym typeface="Lato"/>
              </a:rPr>
              <a:t>robustez e integridad</a:t>
            </a:r>
            <a:r>
              <a:rPr b="0" i="0" lang="es-MX" sz="4000" u="none" cap="none" strike="noStrike">
                <a:solidFill>
                  <a:schemeClr val="dk1"/>
                </a:solidFill>
                <a:latin typeface="Lato"/>
                <a:ea typeface="Lato"/>
                <a:cs typeface="Lato"/>
                <a:sym typeface="Lato"/>
              </a:rPr>
              <a:t> debido a su estructura estricta, pero a costa de flexibilidad</a:t>
            </a:r>
            <a:br>
              <a:rPr b="0" i="0" lang="es-MX" sz="4000" u="none" cap="none" strike="noStrike">
                <a:solidFill>
                  <a:schemeClr val="dk1"/>
                </a:solidFill>
                <a:latin typeface="Lato"/>
                <a:ea typeface="Lato"/>
                <a:cs typeface="Lato"/>
                <a:sym typeface="Lato"/>
              </a:rPr>
            </a:br>
            <a:endParaRPr b="0" i="0" sz="4000" u="none" cap="none" strike="noStrike">
              <a:solidFill>
                <a:schemeClr val="dk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5"/>
          <p:cNvSpPr txBox="1"/>
          <p:nvPr>
            <p:ph idx="4294967295" type="title"/>
          </p:nvPr>
        </p:nvSpPr>
        <p:spPr>
          <a:xfrm>
            <a:off x="2250404" y="738000"/>
            <a:ext cx="19883191" cy="2286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8000"/>
              <a:buFont typeface="Calibri"/>
              <a:buNone/>
            </a:pPr>
            <a:r>
              <a:rPr lang="es-MX">
                <a:latin typeface="Roboto"/>
                <a:ea typeface="Roboto"/>
                <a:cs typeface="Roboto"/>
                <a:sym typeface="Roboto"/>
              </a:rPr>
              <a:t>FORMATOS NO TABULARES</a:t>
            </a:r>
            <a:endParaRPr>
              <a:latin typeface="Roboto"/>
              <a:ea typeface="Roboto"/>
              <a:cs typeface="Roboto"/>
              <a:sym typeface="Roboto"/>
            </a:endParaRPr>
          </a:p>
        </p:txBody>
      </p:sp>
      <p:sp>
        <p:nvSpPr>
          <p:cNvPr descr="mediana" id="278" name="Google Shape;278;p5"/>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279" name="Google Shape;279;p5"/>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280" name="Google Shape;280;p5"/>
          <p:cNvSpPr txBox="1"/>
          <p:nvPr/>
        </p:nvSpPr>
        <p:spPr>
          <a:xfrm>
            <a:off x="2250404" y="3245694"/>
            <a:ext cx="19883191" cy="2193153"/>
          </a:xfrm>
          <a:prstGeom prst="rect">
            <a:avLst/>
          </a:prstGeom>
          <a:noFill/>
          <a:ln>
            <a:noFill/>
          </a:ln>
        </p:spPr>
        <p:txBody>
          <a:bodyPr anchorCtr="0" anchor="t" bIns="91425" lIns="182875" spcFirstLastPara="1" rIns="182875" wrap="square" tIns="91425">
            <a:noAutofit/>
          </a:bodyPr>
          <a:lstStyle/>
          <a:p>
            <a:pPr indent="0" lvl="0" marL="0" marR="0" rtl="0" algn="just">
              <a:lnSpc>
                <a:spcPct val="100000"/>
              </a:lnSpc>
              <a:spcBef>
                <a:spcPts val="0"/>
              </a:spcBef>
              <a:spcAft>
                <a:spcPts val="0"/>
              </a:spcAft>
              <a:buClr>
                <a:srgbClr val="000000"/>
              </a:buClr>
              <a:buSzPts val="4000"/>
              <a:buFont typeface="Arial"/>
              <a:buNone/>
            </a:pPr>
            <a:r>
              <a:rPr b="0" i="0" lang="es-MX" sz="4000" u="none" cap="none" strike="noStrike">
                <a:solidFill>
                  <a:srgbClr val="000000"/>
                </a:solidFill>
                <a:latin typeface="Lato"/>
                <a:ea typeface="Lato"/>
                <a:cs typeface="Lato"/>
                <a:sym typeface="Lato"/>
              </a:rPr>
              <a:t>Son modelos de almacenamiento de datos que </a:t>
            </a:r>
            <a:r>
              <a:rPr b="1" i="0" lang="es-MX" sz="4000" u="none" cap="none" strike="noStrike">
                <a:solidFill>
                  <a:srgbClr val="000000"/>
                </a:solidFill>
                <a:latin typeface="Lato"/>
                <a:ea typeface="Lato"/>
                <a:cs typeface="Lato"/>
                <a:sym typeface="Lato"/>
              </a:rPr>
              <a:t>no siguen la estructura rígida de tablas con filas y columnas</a:t>
            </a:r>
            <a:r>
              <a:rPr b="0" i="0" lang="es-MX" sz="4000" u="none" cap="none" strike="noStrike">
                <a:solidFill>
                  <a:srgbClr val="000000"/>
                </a:solidFill>
                <a:latin typeface="Lato"/>
                <a:ea typeface="Lato"/>
                <a:cs typeface="Lato"/>
                <a:sym typeface="Lato"/>
              </a:rPr>
              <a:t>. </a:t>
            </a:r>
            <a:endParaRPr b="0" i="0" sz="1400" u="none" cap="none" strike="noStrike">
              <a:solidFill>
                <a:srgbClr val="000000"/>
              </a:solidFill>
              <a:latin typeface="Arial"/>
              <a:ea typeface="Arial"/>
              <a:cs typeface="Arial"/>
              <a:sym typeface="Arial"/>
            </a:endParaRPr>
          </a:p>
        </p:txBody>
      </p:sp>
      <p:sp>
        <p:nvSpPr>
          <p:cNvPr id="281" name="Google Shape;281;p5"/>
          <p:cNvSpPr txBox="1"/>
          <p:nvPr/>
        </p:nvSpPr>
        <p:spPr>
          <a:xfrm>
            <a:off x="2250404" y="6073119"/>
            <a:ext cx="8133806" cy="3562304"/>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MX" sz="4000" u="none" cap="none" strike="noStrike">
                <a:solidFill>
                  <a:schemeClr val="dk1"/>
                </a:solidFill>
                <a:latin typeface="Lato"/>
                <a:ea typeface="Lato"/>
                <a:cs typeface="Lato"/>
                <a:sym typeface="Lato"/>
              </a:rPr>
              <a:t>Algunos ejemplos son: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Lato"/>
              <a:ea typeface="Lato"/>
              <a:cs typeface="Lato"/>
              <a:sym typeface="Lato"/>
            </a:endParaRPr>
          </a:p>
          <a:p>
            <a:pPr indent="-342900" lvl="0" marL="342900" marR="0" rtl="0" algn="l">
              <a:lnSpc>
                <a:spcPct val="100000"/>
              </a:lnSpc>
              <a:spcBef>
                <a:spcPts val="0"/>
              </a:spcBef>
              <a:spcAft>
                <a:spcPts val="0"/>
              </a:spcAft>
              <a:buClr>
                <a:schemeClr val="dk1"/>
              </a:buClr>
              <a:buSzPts val="4000"/>
              <a:buFont typeface="Arial"/>
              <a:buChar char="•"/>
            </a:pPr>
            <a:r>
              <a:rPr b="0" i="0" lang="es-MX" sz="4000" u="none" cap="none" strike="noStrike">
                <a:solidFill>
                  <a:schemeClr val="dk1"/>
                </a:solidFill>
                <a:latin typeface="Lato"/>
                <a:ea typeface="Lato"/>
                <a:cs typeface="Lato"/>
                <a:sym typeface="Lato"/>
              </a:rPr>
              <a:t>Documentos JSON</a:t>
            </a:r>
            <a:endParaRPr b="0" i="0" sz="4000" u="none" cap="none" strike="noStrike">
              <a:solidFill>
                <a:srgbClr val="000000"/>
              </a:solidFill>
              <a:latin typeface="Lato"/>
              <a:ea typeface="Lato"/>
              <a:cs typeface="Lato"/>
              <a:sym typeface="Lato"/>
            </a:endParaRPr>
          </a:p>
          <a:p>
            <a:pPr indent="-342900" lvl="0" marL="342900" marR="0" rtl="0" algn="l">
              <a:lnSpc>
                <a:spcPct val="100000"/>
              </a:lnSpc>
              <a:spcBef>
                <a:spcPts val="800"/>
              </a:spcBef>
              <a:spcAft>
                <a:spcPts val="0"/>
              </a:spcAft>
              <a:buClr>
                <a:schemeClr val="dk1"/>
              </a:buClr>
              <a:buSzPts val="4000"/>
              <a:buFont typeface="Arial"/>
              <a:buChar char="•"/>
            </a:pPr>
            <a:r>
              <a:rPr b="0" i="0" lang="es-MX" sz="4000" u="none" cap="none" strike="noStrike">
                <a:solidFill>
                  <a:schemeClr val="dk1"/>
                </a:solidFill>
                <a:latin typeface="Lato"/>
                <a:ea typeface="Lato"/>
                <a:cs typeface="Lato"/>
                <a:sym typeface="Lato"/>
              </a:rPr>
              <a:t>Pares clave-valor </a:t>
            </a:r>
            <a:endParaRPr b="0" i="0" sz="4000" u="none" cap="none" strike="noStrike">
              <a:solidFill>
                <a:srgbClr val="000000"/>
              </a:solidFill>
              <a:latin typeface="Lato"/>
              <a:ea typeface="Lato"/>
              <a:cs typeface="Lato"/>
              <a:sym typeface="Lato"/>
            </a:endParaRPr>
          </a:p>
          <a:p>
            <a:pPr indent="-342900" lvl="0" marL="342900" marR="0" rtl="0" algn="l">
              <a:lnSpc>
                <a:spcPct val="100000"/>
              </a:lnSpc>
              <a:spcBef>
                <a:spcPts val="800"/>
              </a:spcBef>
              <a:spcAft>
                <a:spcPts val="0"/>
              </a:spcAft>
              <a:buClr>
                <a:schemeClr val="dk1"/>
              </a:buClr>
              <a:buSzPts val="4000"/>
              <a:buFont typeface="Arial"/>
              <a:buChar char="•"/>
            </a:pPr>
            <a:r>
              <a:rPr b="0" i="0" lang="es-MX" sz="4000" u="none" cap="none" strike="noStrike">
                <a:solidFill>
                  <a:schemeClr val="dk1"/>
                </a:solidFill>
                <a:latin typeface="Lato"/>
                <a:ea typeface="Lato"/>
                <a:cs typeface="Lato"/>
                <a:sym typeface="Lato"/>
              </a:rPr>
              <a:t>Grafos</a:t>
            </a:r>
            <a:endParaRPr b="0" i="0" sz="4000" u="none" cap="none" strike="noStrike">
              <a:solidFill>
                <a:schemeClr val="dk1"/>
              </a:solidFill>
              <a:latin typeface="Lato"/>
              <a:ea typeface="Lato"/>
              <a:cs typeface="Lato"/>
              <a:sym typeface="Lato"/>
            </a:endParaRPr>
          </a:p>
        </p:txBody>
      </p:sp>
      <p:pic>
        <p:nvPicPr>
          <p:cNvPr id="282" name="Google Shape;282;p5"/>
          <p:cNvPicPr preferRelativeResize="0"/>
          <p:nvPr/>
        </p:nvPicPr>
        <p:blipFill rotWithShape="1">
          <a:blip r:embed="rId3">
            <a:alphaModFix/>
          </a:blip>
          <a:srcRect b="5215" l="10467" r="10806" t="5661"/>
          <a:stretch/>
        </p:blipFill>
        <p:spPr>
          <a:xfrm>
            <a:off x="11573473" y="5351761"/>
            <a:ext cx="2316915" cy="2622925"/>
          </a:xfrm>
          <a:prstGeom prst="rect">
            <a:avLst/>
          </a:prstGeom>
          <a:noFill/>
          <a:ln>
            <a:noFill/>
          </a:ln>
        </p:spPr>
      </p:pic>
      <p:pic>
        <p:nvPicPr>
          <p:cNvPr id="283" name="Google Shape;283;p5"/>
          <p:cNvPicPr preferRelativeResize="0"/>
          <p:nvPr/>
        </p:nvPicPr>
        <p:blipFill rotWithShape="1">
          <a:blip r:embed="rId4">
            <a:alphaModFix/>
          </a:blip>
          <a:srcRect b="0" l="0" r="0" t="0"/>
          <a:stretch/>
        </p:blipFill>
        <p:spPr>
          <a:xfrm>
            <a:off x="16059102" y="6361579"/>
            <a:ext cx="2985385" cy="2985385"/>
          </a:xfrm>
          <a:prstGeom prst="rect">
            <a:avLst/>
          </a:prstGeom>
          <a:noFill/>
          <a:ln>
            <a:noFill/>
          </a:ln>
        </p:spPr>
      </p:pic>
      <p:pic>
        <p:nvPicPr>
          <p:cNvPr id="284" name="Google Shape;284;p5"/>
          <p:cNvPicPr preferRelativeResize="0"/>
          <p:nvPr/>
        </p:nvPicPr>
        <p:blipFill rotWithShape="1">
          <a:blip r:embed="rId5">
            <a:alphaModFix/>
          </a:blip>
          <a:srcRect b="0" l="0" r="0" t="0"/>
          <a:stretch/>
        </p:blipFill>
        <p:spPr>
          <a:xfrm>
            <a:off x="12496799" y="7987749"/>
            <a:ext cx="3562303" cy="35623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500"/>
                                        <p:tgtEl>
                                          <p:spTgt spid="2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8" name="Shape 288"/>
        <p:cNvGrpSpPr/>
        <p:nvPr/>
      </p:nvGrpSpPr>
      <p:grpSpPr>
        <a:xfrm>
          <a:off x="0" y="0"/>
          <a:ext cx="0" cy="0"/>
          <a:chOff x="0" y="0"/>
          <a:chExt cx="0" cy="0"/>
        </a:xfrm>
      </p:grpSpPr>
      <p:sp>
        <p:nvSpPr>
          <p:cNvPr id="289" name="Google Shape;289;p62"/>
          <p:cNvSpPr/>
          <p:nvPr/>
        </p:nvSpPr>
        <p:spPr>
          <a:xfrm>
            <a:off x="2290354" y="9375923"/>
            <a:ext cx="19803291" cy="3001581"/>
          </a:xfrm>
          <a:prstGeom prst="roundRect">
            <a:avLst>
              <a:gd fmla="val 5352" name="adj"/>
            </a:avLst>
          </a:prstGeom>
          <a:solidFill>
            <a:schemeClr val="l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90" name="Google Shape;290;p62"/>
          <p:cNvSpPr txBox="1"/>
          <p:nvPr>
            <p:ph type="title"/>
          </p:nvPr>
        </p:nvSpPr>
        <p:spPr>
          <a:xfrm>
            <a:off x="3168503" y="730253"/>
            <a:ext cx="18011554"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8800"/>
              <a:buNone/>
            </a:pPr>
            <a:r>
              <a:rPr lang="es-MX">
                <a:latin typeface="Roboto"/>
                <a:ea typeface="Roboto"/>
                <a:cs typeface="Roboto"/>
                <a:sym typeface="Roboto"/>
              </a:rPr>
              <a:t>PARES CLAVE-VALOR</a:t>
            </a:r>
            <a:endParaRPr/>
          </a:p>
        </p:txBody>
      </p:sp>
      <p:sp>
        <p:nvSpPr>
          <p:cNvPr id="291" name="Google Shape;291;p62"/>
          <p:cNvSpPr txBox="1"/>
          <p:nvPr/>
        </p:nvSpPr>
        <p:spPr>
          <a:xfrm>
            <a:off x="361951" y="13144501"/>
            <a:ext cx="23793450" cy="36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s-MX" sz="1800" u="none" cap="none" strike="noStrike">
                <a:solidFill>
                  <a:srgbClr val="000000"/>
                </a:solidFill>
                <a:latin typeface="Lato"/>
                <a:ea typeface="Lato"/>
                <a:cs typeface="Lato"/>
                <a:sym typeface="Lato"/>
              </a:rPr>
              <a:t>© Diseño y Gestión de Bases de Datos con SQL  | Universidad de los Andes </a:t>
            </a:r>
            <a:endParaRPr b="0" i="0" sz="1400" u="none" cap="none" strike="noStrike">
              <a:solidFill>
                <a:srgbClr val="000000"/>
              </a:solidFill>
              <a:latin typeface="Arial"/>
              <a:ea typeface="Arial"/>
              <a:cs typeface="Arial"/>
              <a:sym typeface="Arial"/>
            </a:endParaRPr>
          </a:p>
        </p:txBody>
      </p:sp>
      <p:sp>
        <p:nvSpPr>
          <p:cNvPr id="292" name="Google Shape;292;p62"/>
          <p:cNvSpPr txBox="1"/>
          <p:nvPr>
            <p:ph idx="1" type="body"/>
          </p:nvPr>
        </p:nvSpPr>
        <p:spPr>
          <a:xfrm>
            <a:off x="3168503" y="3782784"/>
            <a:ext cx="18437463" cy="1533165"/>
          </a:xfrm>
          <a:prstGeom prst="rect">
            <a:avLst/>
          </a:prstGeom>
          <a:noFill/>
          <a:ln>
            <a:noFill/>
          </a:ln>
        </p:spPr>
        <p:txBody>
          <a:bodyPr anchorCtr="0" anchor="t" bIns="22850" lIns="45700" spcFirstLastPara="1" rIns="45700" wrap="square" tIns="22850">
            <a:noAutofit/>
          </a:bodyPr>
          <a:lstStyle/>
          <a:p>
            <a:pPr indent="0" lvl="0" marL="114300" rtl="0" algn="just">
              <a:lnSpc>
                <a:spcPct val="90000"/>
              </a:lnSpc>
              <a:spcBef>
                <a:spcPts val="2000"/>
              </a:spcBef>
              <a:spcAft>
                <a:spcPts val="0"/>
              </a:spcAft>
              <a:buSzPts val="1800"/>
              <a:buNone/>
            </a:pPr>
            <a:r>
              <a:rPr lang="es-MX" sz="4000">
                <a:latin typeface="Lato"/>
                <a:ea typeface="Lato"/>
                <a:cs typeface="Lato"/>
                <a:sym typeface="Lato"/>
              </a:rPr>
              <a:t>Los pares clave–valor son la </a:t>
            </a:r>
            <a:r>
              <a:rPr b="1" lang="es-MX" sz="4000">
                <a:latin typeface="Lato"/>
                <a:ea typeface="Lato"/>
                <a:cs typeface="Lato"/>
                <a:sym typeface="Lato"/>
              </a:rPr>
              <a:t>forma más simple de almacenar información</a:t>
            </a:r>
            <a:r>
              <a:rPr lang="es-MX" sz="4000">
                <a:latin typeface="Lato"/>
                <a:ea typeface="Lato"/>
                <a:cs typeface="Lato"/>
                <a:sym typeface="Lato"/>
              </a:rPr>
              <a:t>: cada dato se identifica con una clave única y se le asigna un valor.</a:t>
            </a:r>
            <a:endParaRPr/>
          </a:p>
        </p:txBody>
      </p:sp>
      <p:pic>
        <p:nvPicPr>
          <p:cNvPr id="293" name="Google Shape;293;p62"/>
          <p:cNvPicPr preferRelativeResize="0"/>
          <p:nvPr/>
        </p:nvPicPr>
        <p:blipFill rotWithShape="1">
          <a:blip r:embed="rId4">
            <a:alphaModFix/>
          </a:blip>
          <a:srcRect b="0" l="0" r="0" t="0"/>
          <a:stretch/>
        </p:blipFill>
        <p:spPr>
          <a:xfrm>
            <a:off x="17567656" y="5736342"/>
            <a:ext cx="2985385" cy="2985385"/>
          </a:xfrm>
          <a:prstGeom prst="rect">
            <a:avLst/>
          </a:prstGeom>
          <a:noFill/>
          <a:ln>
            <a:noFill/>
          </a:ln>
        </p:spPr>
      </p:pic>
      <p:sp>
        <p:nvSpPr>
          <p:cNvPr id="294" name="Google Shape;294;p62"/>
          <p:cNvSpPr txBox="1"/>
          <p:nvPr/>
        </p:nvSpPr>
        <p:spPr>
          <a:xfrm>
            <a:off x="3168503" y="6037820"/>
            <a:ext cx="13290698" cy="1640359"/>
          </a:xfrm>
          <a:prstGeom prst="rect">
            <a:avLst/>
          </a:prstGeom>
          <a:noFill/>
          <a:ln>
            <a:noFill/>
          </a:ln>
        </p:spPr>
        <p:txBody>
          <a:bodyPr anchorCtr="0" anchor="t" bIns="22850" lIns="45700" spcFirstLastPara="1" rIns="45700" wrap="square" tIns="22850">
            <a:noAutofit/>
          </a:bodyPr>
          <a:lstStyle/>
          <a:p>
            <a:pPr indent="-342900" lvl="0" marL="457200" marR="0" rtl="0" algn="l">
              <a:lnSpc>
                <a:spcPct val="90000"/>
              </a:lnSpc>
              <a:spcBef>
                <a:spcPts val="2000"/>
              </a:spcBef>
              <a:spcAft>
                <a:spcPts val="0"/>
              </a:spcAft>
              <a:buClr>
                <a:schemeClr val="dk1"/>
              </a:buClr>
              <a:buSzPts val="4000"/>
              <a:buFont typeface="Arial"/>
              <a:buChar char="•"/>
            </a:pPr>
            <a:r>
              <a:rPr b="0" i="0" lang="es-MX" sz="4000" u="none" cap="none" strike="noStrike">
                <a:solidFill>
                  <a:schemeClr val="dk1"/>
                </a:solidFill>
                <a:latin typeface="Lato"/>
                <a:ea typeface="Lato"/>
                <a:cs typeface="Lato"/>
                <a:sym typeface="Lato"/>
              </a:rPr>
              <a:t>La </a:t>
            </a:r>
            <a:r>
              <a:rPr b="1" i="0" lang="es-MX" sz="4000" u="none" cap="none" strike="noStrike">
                <a:solidFill>
                  <a:schemeClr val="dk1"/>
                </a:solidFill>
                <a:latin typeface="Lato"/>
                <a:ea typeface="Lato"/>
                <a:cs typeface="Lato"/>
                <a:sym typeface="Lato"/>
              </a:rPr>
              <a:t>clave</a:t>
            </a:r>
            <a:r>
              <a:rPr b="0" i="0" lang="es-MX" sz="4000" u="none" cap="none" strike="noStrike">
                <a:solidFill>
                  <a:schemeClr val="dk1"/>
                </a:solidFill>
                <a:latin typeface="Lato"/>
                <a:ea typeface="Lato"/>
                <a:cs typeface="Lato"/>
                <a:sym typeface="Lato"/>
              </a:rPr>
              <a:t> funciona como el nombre o identificador.</a:t>
            </a:r>
            <a:endParaRPr b="0" i="0" sz="1400" u="none" cap="none" strike="noStrike">
              <a:solidFill>
                <a:srgbClr val="000000"/>
              </a:solidFill>
              <a:latin typeface="Arial"/>
              <a:ea typeface="Arial"/>
              <a:cs typeface="Arial"/>
              <a:sym typeface="Arial"/>
            </a:endParaRPr>
          </a:p>
          <a:p>
            <a:pPr indent="-342900" lvl="0" marL="457200" marR="0" rtl="0" algn="l">
              <a:lnSpc>
                <a:spcPct val="90000"/>
              </a:lnSpc>
              <a:spcBef>
                <a:spcPts val="2000"/>
              </a:spcBef>
              <a:spcAft>
                <a:spcPts val="0"/>
              </a:spcAft>
              <a:buClr>
                <a:schemeClr val="dk1"/>
              </a:buClr>
              <a:buSzPts val="4000"/>
              <a:buFont typeface="Arial"/>
              <a:buChar char="•"/>
            </a:pPr>
            <a:r>
              <a:rPr b="0" i="0" lang="es-MX" sz="4000" u="none" cap="none" strike="noStrike">
                <a:solidFill>
                  <a:schemeClr val="dk1"/>
                </a:solidFill>
                <a:latin typeface="Lato"/>
                <a:ea typeface="Lato"/>
                <a:cs typeface="Lato"/>
                <a:sym typeface="Lato"/>
              </a:rPr>
              <a:t>El </a:t>
            </a:r>
            <a:r>
              <a:rPr b="1" i="0" lang="es-MX" sz="4000" u="none" cap="none" strike="noStrike">
                <a:solidFill>
                  <a:schemeClr val="dk1"/>
                </a:solidFill>
                <a:latin typeface="Lato"/>
                <a:ea typeface="Lato"/>
                <a:cs typeface="Lato"/>
                <a:sym typeface="Lato"/>
              </a:rPr>
              <a:t>valor</a:t>
            </a:r>
            <a:r>
              <a:rPr b="0" i="0" lang="es-MX" sz="4000" u="none" cap="none" strike="noStrike">
                <a:solidFill>
                  <a:schemeClr val="dk1"/>
                </a:solidFill>
                <a:latin typeface="Lato"/>
                <a:ea typeface="Lato"/>
                <a:cs typeface="Lato"/>
                <a:sym typeface="Lato"/>
              </a:rPr>
              <a:t> es el contenido asociado a esa clave.</a:t>
            </a:r>
            <a:endParaRPr b="0" i="0" sz="1400" u="none" cap="none" strike="noStrike">
              <a:solidFill>
                <a:srgbClr val="000000"/>
              </a:solidFill>
              <a:latin typeface="Arial"/>
              <a:ea typeface="Arial"/>
              <a:cs typeface="Arial"/>
              <a:sym typeface="Arial"/>
            </a:endParaRPr>
          </a:p>
        </p:txBody>
      </p:sp>
      <p:sp>
        <p:nvSpPr>
          <p:cNvPr id="295" name="Google Shape;295;p62"/>
          <p:cNvSpPr txBox="1"/>
          <p:nvPr/>
        </p:nvSpPr>
        <p:spPr>
          <a:xfrm>
            <a:off x="5822012" y="10121555"/>
            <a:ext cx="15236730" cy="1510313"/>
          </a:xfrm>
          <a:prstGeom prst="rect">
            <a:avLst/>
          </a:prstGeom>
          <a:noFill/>
          <a:ln>
            <a:noFill/>
          </a:ln>
        </p:spPr>
        <p:txBody>
          <a:bodyPr anchorCtr="0" anchor="t" bIns="22850" lIns="45700" spcFirstLastPara="1" rIns="45700" wrap="square" tIns="22850">
            <a:noAutofit/>
          </a:bodyPr>
          <a:lstStyle/>
          <a:p>
            <a:pPr indent="0" lvl="0" marL="114300" marR="0" rtl="0" algn="l">
              <a:lnSpc>
                <a:spcPct val="90000"/>
              </a:lnSpc>
              <a:spcBef>
                <a:spcPts val="2000"/>
              </a:spcBef>
              <a:spcAft>
                <a:spcPts val="0"/>
              </a:spcAft>
              <a:buClr>
                <a:schemeClr val="dk1"/>
              </a:buClr>
              <a:buSzPts val="1800"/>
              <a:buFont typeface="Arial"/>
              <a:buNone/>
            </a:pPr>
            <a:r>
              <a:rPr b="0" i="0" lang="es-MX" sz="4000" u="none" cap="none" strike="noStrike">
                <a:solidFill>
                  <a:schemeClr val="dk1"/>
                </a:solidFill>
                <a:latin typeface="Arial"/>
                <a:ea typeface="Arial"/>
                <a:cs typeface="Arial"/>
                <a:sym typeface="Arial"/>
              </a:rPr>
              <a:t>Esto se parece mucho a un </a:t>
            </a:r>
            <a:r>
              <a:rPr b="1" i="0" lang="es-MX" sz="4000" u="none" cap="none" strike="noStrike">
                <a:solidFill>
                  <a:schemeClr val="dk1"/>
                </a:solidFill>
                <a:latin typeface="Arial"/>
                <a:ea typeface="Arial"/>
                <a:cs typeface="Arial"/>
                <a:sym typeface="Arial"/>
              </a:rPr>
              <a:t>diccionario</a:t>
            </a:r>
            <a:r>
              <a:rPr b="0" i="0" lang="es-MX" sz="4000" u="none" cap="none" strike="noStrike">
                <a:solidFill>
                  <a:schemeClr val="dk1"/>
                </a:solidFill>
                <a:latin typeface="Arial"/>
                <a:ea typeface="Arial"/>
                <a:cs typeface="Arial"/>
                <a:sym typeface="Arial"/>
              </a:rPr>
              <a:t>: buscas una </a:t>
            </a:r>
            <a:r>
              <a:rPr b="1" i="0" lang="es-MX" sz="4000" u="none" cap="none" strike="noStrike">
                <a:solidFill>
                  <a:schemeClr val="dk1"/>
                </a:solidFill>
                <a:latin typeface="Arial"/>
                <a:ea typeface="Arial"/>
                <a:cs typeface="Arial"/>
                <a:sym typeface="Arial"/>
              </a:rPr>
              <a:t>palabra (clave)</a:t>
            </a:r>
            <a:r>
              <a:rPr b="0" i="0" lang="es-MX" sz="4000" u="none" cap="none" strike="noStrike">
                <a:solidFill>
                  <a:schemeClr val="dk1"/>
                </a:solidFill>
                <a:latin typeface="Arial"/>
                <a:ea typeface="Arial"/>
                <a:cs typeface="Arial"/>
                <a:sym typeface="Arial"/>
              </a:rPr>
              <a:t> y obtienes su </a:t>
            </a:r>
            <a:r>
              <a:rPr b="1" i="0" lang="es-MX" sz="4000" u="none" cap="none" strike="noStrike">
                <a:solidFill>
                  <a:schemeClr val="dk1"/>
                </a:solidFill>
                <a:latin typeface="Arial"/>
                <a:ea typeface="Arial"/>
                <a:cs typeface="Arial"/>
                <a:sym typeface="Arial"/>
              </a:rPr>
              <a:t>definición (valor).</a:t>
            </a:r>
            <a:endParaRPr b="0" i="0" sz="1400" u="none" cap="none" strike="noStrike">
              <a:solidFill>
                <a:srgbClr val="000000"/>
              </a:solidFill>
              <a:latin typeface="Arial"/>
              <a:ea typeface="Arial"/>
              <a:cs typeface="Arial"/>
              <a:sym typeface="Arial"/>
            </a:endParaRPr>
          </a:p>
        </p:txBody>
      </p:sp>
      <p:pic>
        <p:nvPicPr>
          <p:cNvPr id="296" name="Google Shape;296;p62"/>
          <p:cNvPicPr preferRelativeResize="0"/>
          <p:nvPr/>
        </p:nvPicPr>
        <p:blipFill rotWithShape="1">
          <a:blip r:embed="rId5">
            <a:alphaModFix/>
          </a:blip>
          <a:srcRect b="0" l="0" r="0" t="0"/>
          <a:stretch/>
        </p:blipFill>
        <p:spPr>
          <a:xfrm>
            <a:off x="3063292" y="9883819"/>
            <a:ext cx="1985783" cy="198578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0" name="Shape 300"/>
        <p:cNvGrpSpPr/>
        <p:nvPr/>
      </p:nvGrpSpPr>
      <p:grpSpPr>
        <a:xfrm>
          <a:off x="0" y="0"/>
          <a:ext cx="0" cy="0"/>
          <a:chOff x="0" y="0"/>
          <a:chExt cx="0" cy="0"/>
        </a:xfrm>
      </p:grpSpPr>
      <p:sp>
        <p:nvSpPr>
          <p:cNvPr id="301" name="Google Shape;301;p63"/>
          <p:cNvSpPr txBox="1"/>
          <p:nvPr>
            <p:ph type="title"/>
          </p:nvPr>
        </p:nvSpPr>
        <p:spPr>
          <a:xfrm>
            <a:off x="3168503" y="730253"/>
            <a:ext cx="18011554"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8800"/>
              <a:buNone/>
            </a:pPr>
            <a:r>
              <a:rPr lang="es-MX">
                <a:latin typeface="Roboto"/>
                <a:ea typeface="Roboto"/>
                <a:cs typeface="Roboto"/>
                <a:sym typeface="Roboto"/>
              </a:rPr>
              <a:t>PARES CLAVE-VALOR</a:t>
            </a:r>
            <a:endParaRPr/>
          </a:p>
        </p:txBody>
      </p:sp>
      <p:sp>
        <p:nvSpPr>
          <p:cNvPr id="302" name="Google Shape;302;p63"/>
          <p:cNvSpPr txBox="1"/>
          <p:nvPr/>
        </p:nvSpPr>
        <p:spPr>
          <a:xfrm>
            <a:off x="361951" y="13144501"/>
            <a:ext cx="23793450" cy="36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s-MX" sz="1800" u="none" cap="none" strike="noStrike">
                <a:solidFill>
                  <a:srgbClr val="000000"/>
                </a:solidFill>
                <a:latin typeface="Lato"/>
                <a:ea typeface="Lato"/>
                <a:cs typeface="Lato"/>
                <a:sym typeface="Lato"/>
              </a:rPr>
              <a:t>© Diseño y Gestión de Bases de Datos con SQL  | Universidad de los Andes </a:t>
            </a:r>
            <a:endParaRPr b="0" i="0" sz="1400" u="none" cap="none" strike="noStrike">
              <a:solidFill>
                <a:srgbClr val="000000"/>
              </a:solidFill>
              <a:latin typeface="Arial"/>
              <a:ea typeface="Arial"/>
              <a:cs typeface="Arial"/>
              <a:sym typeface="Arial"/>
            </a:endParaRPr>
          </a:p>
        </p:txBody>
      </p:sp>
      <p:sp>
        <p:nvSpPr>
          <p:cNvPr id="303" name="Google Shape;303;p63"/>
          <p:cNvSpPr txBox="1"/>
          <p:nvPr/>
        </p:nvSpPr>
        <p:spPr>
          <a:xfrm>
            <a:off x="3168503" y="3353914"/>
            <a:ext cx="13290698" cy="1640359"/>
          </a:xfrm>
          <a:prstGeom prst="rect">
            <a:avLst/>
          </a:prstGeom>
          <a:noFill/>
          <a:ln>
            <a:noFill/>
          </a:ln>
        </p:spPr>
        <p:txBody>
          <a:bodyPr anchorCtr="0" anchor="t" bIns="22850" lIns="45700" spcFirstLastPara="1" rIns="45700" wrap="square" tIns="22850">
            <a:noAutofit/>
          </a:bodyPr>
          <a:lstStyle/>
          <a:p>
            <a:pPr indent="-342900" lvl="0" marL="457200" marR="0" rtl="0" algn="l">
              <a:lnSpc>
                <a:spcPct val="90000"/>
              </a:lnSpc>
              <a:spcBef>
                <a:spcPts val="2000"/>
              </a:spcBef>
              <a:spcAft>
                <a:spcPts val="0"/>
              </a:spcAft>
              <a:buClr>
                <a:schemeClr val="dk1"/>
              </a:buClr>
              <a:buSzPts val="4000"/>
              <a:buFont typeface="Arial"/>
              <a:buChar char="•"/>
            </a:pPr>
            <a:r>
              <a:rPr b="0" i="0" lang="es-MX" sz="4000" u="none" cap="none" strike="noStrike">
                <a:solidFill>
                  <a:schemeClr val="dk1"/>
                </a:solidFill>
                <a:latin typeface="Lato"/>
                <a:ea typeface="Lato"/>
                <a:cs typeface="Lato"/>
                <a:sym typeface="Lato"/>
              </a:rPr>
              <a:t>La </a:t>
            </a:r>
            <a:r>
              <a:rPr b="1" i="0" lang="es-MX" sz="4000" u="none" cap="none" strike="noStrike">
                <a:solidFill>
                  <a:schemeClr val="dk1"/>
                </a:solidFill>
                <a:latin typeface="Lato"/>
                <a:ea typeface="Lato"/>
                <a:cs typeface="Lato"/>
                <a:sym typeface="Lato"/>
              </a:rPr>
              <a:t>clave</a:t>
            </a:r>
            <a:r>
              <a:rPr b="0" i="0" lang="es-MX" sz="4000" u="none" cap="none" strike="noStrike">
                <a:solidFill>
                  <a:schemeClr val="dk1"/>
                </a:solidFill>
                <a:latin typeface="Lato"/>
                <a:ea typeface="Lato"/>
                <a:cs typeface="Lato"/>
                <a:sym typeface="Lato"/>
              </a:rPr>
              <a:t> funciona como el nombre o identificador.</a:t>
            </a:r>
            <a:endParaRPr b="0" i="0" sz="1400" u="none" cap="none" strike="noStrike">
              <a:solidFill>
                <a:srgbClr val="000000"/>
              </a:solidFill>
              <a:latin typeface="Arial"/>
              <a:ea typeface="Arial"/>
              <a:cs typeface="Arial"/>
              <a:sym typeface="Arial"/>
            </a:endParaRPr>
          </a:p>
          <a:p>
            <a:pPr indent="-342900" lvl="0" marL="457200" marR="0" rtl="0" algn="l">
              <a:lnSpc>
                <a:spcPct val="90000"/>
              </a:lnSpc>
              <a:spcBef>
                <a:spcPts val="2000"/>
              </a:spcBef>
              <a:spcAft>
                <a:spcPts val="0"/>
              </a:spcAft>
              <a:buClr>
                <a:schemeClr val="dk1"/>
              </a:buClr>
              <a:buSzPts val="4000"/>
              <a:buFont typeface="Arial"/>
              <a:buChar char="•"/>
            </a:pPr>
            <a:r>
              <a:rPr b="0" i="0" lang="es-MX" sz="4000" u="none" cap="none" strike="noStrike">
                <a:solidFill>
                  <a:schemeClr val="dk1"/>
                </a:solidFill>
                <a:latin typeface="Lato"/>
                <a:ea typeface="Lato"/>
                <a:cs typeface="Lato"/>
                <a:sym typeface="Lato"/>
              </a:rPr>
              <a:t>El </a:t>
            </a:r>
            <a:r>
              <a:rPr b="1" i="0" lang="es-MX" sz="4000" u="none" cap="none" strike="noStrike">
                <a:solidFill>
                  <a:schemeClr val="dk1"/>
                </a:solidFill>
                <a:latin typeface="Lato"/>
                <a:ea typeface="Lato"/>
                <a:cs typeface="Lato"/>
                <a:sym typeface="Lato"/>
              </a:rPr>
              <a:t>valor</a:t>
            </a:r>
            <a:r>
              <a:rPr b="0" i="0" lang="es-MX" sz="4000" u="none" cap="none" strike="noStrike">
                <a:solidFill>
                  <a:schemeClr val="dk1"/>
                </a:solidFill>
                <a:latin typeface="Lato"/>
                <a:ea typeface="Lato"/>
                <a:cs typeface="Lato"/>
                <a:sym typeface="Lato"/>
              </a:rPr>
              <a:t> es el contenido asociado a esa clave.</a:t>
            </a:r>
            <a:endParaRPr b="0" i="0" sz="1400" u="none" cap="none" strike="noStrike">
              <a:solidFill>
                <a:srgbClr val="000000"/>
              </a:solidFill>
              <a:latin typeface="Arial"/>
              <a:ea typeface="Arial"/>
              <a:cs typeface="Arial"/>
              <a:sym typeface="Arial"/>
            </a:endParaRPr>
          </a:p>
        </p:txBody>
      </p:sp>
      <p:sp>
        <p:nvSpPr>
          <p:cNvPr id="304" name="Google Shape;304;p63"/>
          <p:cNvSpPr/>
          <p:nvPr/>
        </p:nvSpPr>
        <p:spPr>
          <a:xfrm>
            <a:off x="3530009" y="6198782"/>
            <a:ext cx="3742661" cy="1318437"/>
          </a:xfrm>
          <a:prstGeom prst="roundRect">
            <a:avLst>
              <a:gd fmla="val 50000" name="adj"/>
            </a:avLst>
          </a:prstGeom>
          <a:solidFill>
            <a:srgbClr val="FF006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s-MX" sz="3600" u="none" cap="none" strike="noStrike">
                <a:solidFill>
                  <a:schemeClr val="lt1"/>
                </a:solidFill>
                <a:latin typeface="Lato Black"/>
                <a:ea typeface="Lato Black"/>
                <a:cs typeface="Lato Black"/>
                <a:sym typeface="Lato Black"/>
              </a:rPr>
              <a:t>Llave</a:t>
            </a:r>
            <a:endParaRPr b="0" i="0" sz="1400" u="none" cap="none" strike="noStrike">
              <a:solidFill>
                <a:srgbClr val="000000"/>
              </a:solidFill>
              <a:latin typeface="Arial"/>
              <a:ea typeface="Arial"/>
              <a:cs typeface="Arial"/>
              <a:sym typeface="Arial"/>
            </a:endParaRPr>
          </a:p>
        </p:txBody>
      </p:sp>
      <p:sp>
        <p:nvSpPr>
          <p:cNvPr id="305" name="Google Shape;305;p63"/>
          <p:cNvSpPr/>
          <p:nvPr/>
        </p:nvSpPr>
        <p:spPr>
          <a:xfrm>
            <a:off x="9402726" y="6198781"/>
            <a:ext cx="4823637" cy="13184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s-MX" sz="3600" u="none" cap="none" strike="noStrike">
                <a:solidFill>
                  <a:schemeClr val="lt1"/>
                </a:solidFill>
                <a:latin typeface="Lato Black"/>
                <a:ea typeface="Lato Black"/>
                <a:cs typeface="Lato Black"/>
                <a:sym typeface="Lato Black"/>
              </a:rPr>
              <a:t>Valor</a:t>
            </a:r>
            <a:endParaRPr b="0" i="0" sz="1400" u="none" cap="none" strike="noStrike">
              <a:solidFill>
                <a:srgbClr val="000000"/>
              </a:solidFill>
              <a:latin typeface="Arial"/>
              <a:ea typeface="Arial"/>
              <a:cs typeface="Arial"/>
              <a:sym typeface="Arial"/>
            </a:endParaRPr>
          </a:p>
        </p:txBody>
      </p:sp>
      <p:sp>
        <p:nvSpPr>
          <p:cNvPr id="306" name="Google Shape;306;p63"/>
          <p:cNvSpPr/>
          <p:nvPr/>
        </p:nvSpPr>
        <p:spPr>
          <a:xfrm>
            <a:off x="3530008" y="7675008"/>
            <a:ext cx="3742661" cy="1318437"/>
          </a:xfrm>
          <a:prstGeom prst="roundRect">
            <a:avLst>
              <a:gd fmla="val 50000" name="adj"/>
            </a:avLst>
          </a:prstGeom>
          <a:solidFill>
            <a:srgbClr val="FF006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0" i="0" lang="es-MX" sz="3600" u="none" cap="none" strike="noStrike">
                <a:solidFill>
                  <a:schemeClr val="lt1"/>
                </a:solidFill>
                <a:latin typeface="Lato"/>
                <a:ea typeface="Lato"/>
                <a:cs typeface="Lato"/>
                <a:sym typeface="Lato"/>
              </a:rPr>
              <a:t>101</a:t>
            </a:r>
            <a:endParaRPr b="0" i="0" sz="1400" u="none" cap="none" strike="noStrike">
              <a:solidFill>
                <a:srgbClr val="000000"/>
              </a:solidFill>
              <a:latin typeface="Arial"/>
              <a:ea typeface="Arial"/>
              <a:cs typeface="Arial"/>
              <a:sym typeface="Arial"/>
            </a:endParaRPr>
          </a:p>
        </p:txBody>
      </p:sp>
      <p:sp>
        <p:nvSpPr>
          <p:cNvPr id="307" name="Google Shape;307;p63"/>
          <p:cNvSpPr/>
          <p:nvPr/>
        </p:nvSpPr>
        <p:spPr>
          <a:xfrm>
            <a:off x="3530007" y="9151234"/>
            <a:ext cx="3742661" cy="1318437"/>
          </a:xfrm>
          <a:prstGeom prst="roundRect">
            <a:avLst>
              <a:gd fmla="val 50000" name="adj"/>
            </a:avLst>
          </a:prstGeom>
          <a:solidFill>
            <a:srgbClr val="FF006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0" i="0" lang="es-MX" sz="3600" u="none" cap="none" strike="noStrike">
                <a:solidFill>
                  <a:schemeClr val="lt1"/>
                </a:solidFill>
                <a:latin typeface="Lato"/>
                <a:ea typeface="Lato"/>
                <a:cs typeface="Lato"/>
                <a:sym typeface="Lato"/>
              </a:rPr>
              <a:t>102</a:t>
            </a:r>
            <a:endParaRPr b="0" i="0" sz="1400" u="none" cap="none" strike="noStrike">
              <a:solidFill>
                <a:srgbClr val="000000"/>
              </a:solidFill>
              <a:latin typeface="Arial"/>
              <a:ea typeface="Arial"/>
              <a:cs typeface="Arial"/>
              <a:sym typeface="Arial"/>
            </a:endParaRPr>
          </a:p>
        </p:txBody>
      </p:sp>
      <p:sp>
        <p:nvSpPr>
          <p:cNvPr id="308" name="Google Shape;308;p63"/>
          <p:cNvSpPr/>
          <p:nvPr/>
        </p:nvSpPr>
        <p:spPr>
          <a:xfrm>
            <a:off x="9402726" y="7675007"/>
            <a:ext cx="4823637" cy="13184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0" i="0" lang="es-MX" sz="3600" u="none" cap="none" strike="noStrike">
                <a:solidFill>
                  <a:schemeClr val="lt1"/>
                </a:solidFill>
                <a:latin typeface="Lato"/>
                <a:ea typeface="Lato"/>
                <a:cs typeface="Lato"/>
                <a:sym typeface="Lato"/>
              </a:rPr>
              <a:t>‘Jay’</a:t>
            </a:r>
            <a:endParaRPr b="0" i="0" sz="1400" u="none" cap="none" strike="noStrike">
              <a:solidFill>
                <a:srgbClr val="000000"/>
              </a:solidFill>
              <a:latin typeface="Arial"/>
              <a:ea typeface="Arial"/>
              <a:cs typeface="Arial"/>
              <a:sym typeface="Arial"/>
            </a:endParaRPr>
          </a:p>
        </p:txBody>
      </p:sp>
      <p:sp>
        <p:nvSpPr>
          <p:cNvPr id="309" name="Google Shape;309;p63"/>
          <p:cNvSpPr/>
          <p:nvPr/>
        </p:nvSpPr>
        <p:spPr>
          <a:xfrm>
            <a:off x="9402725" y="9151233"/>
            <a:ext cx="4823637" cy="13184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0" i="0" lang="es-MX" sz="3600" u="none" cap="none" strike="noStrike">
                <a:solidFill>
                  <a:schemeClr val="lt1"/>
                </a:solidFill>
                <a:latin typeface="Lato"/>
                <a:ea typeface="Lato"/>
                <a:cs typeface="Lato"/>
                <a:sym typeface="Lato"/>
              </a:rPr>
              <a:t>25</a:t>
            </a:r>
            <a:endParaRPr b="0" i="0" sz="1400" u="none" cap="none" strike="noStrike">
              <a:solidFill>
                <a:srgbClr val="000000"/>
              </a:solidFill>
              <a:latin typeface="Arial"/>
              <a:ea typeface="Arial"/>
              <a:cs typeface="Arial"/>
              <a:sym typeface="Arial"/>
            </a:endParaRPr>
          </a:p>
        </p:txBody>
      </p:sp>
      <p:sp>
        <p:nvSpPr>
          <p:cNvPr id="310" name="Google Shape;310;p63"/>
          <p:cNvSpPr/>
          <p:nvPr/>
        </p:nvSpPr>
        <p:spPr>
          <a:xfrm>
            <a:off x="3530007" y="10627460"/>
            <a:ext cx="3742661" cy="1318437"/>
          </a:xfrm>
          <a:prstGeom prst="roundRect">
            <a:avLst>
              <a:gd fmla="val 50000" name="adj"/>
            </a:avLst>
          </a:prstGeom>
          <a:solidFill>
            <a:srgbClr val="FF006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0" i="0" lang="es-MX" sz="3600" u="none" cap="none" strike="noStrike">
                <a:solidFill>
                  <a:schemeClr val="lt1"/>
                </a:solidFill>
                <a:latin typeface="Lato"/>
                <a:ea typeface="Lato"/>
                <a:cs typeface="Lato"/>
                <a:sym typeface="Lato"/>
              </a:rPr>
              <a:t>103</a:t>
            </a:r>
            <a:endParaRPr b="0" i="0" sz="1400" u="none" cap="none" strike="noStrike">
              <a:solidFill>
                <a:srgbClr val="000000"/>
              </a:solidFill>
              <a:latin typeface="Arial"/>
              <a:ea typeface="Arial"/>
              <a:cs typeface="Arial"/>
              <a:sym typeface="Arial"/>
            </a:endParaRPr>
          </a:p>
        </p:txBody>
      </p:sp>
      <p:sp>
        <p:nvSpPr>
          <p:cNvPr id="311" name="Google Shape;311;p63"/>
          <p:cNvSpPr/>
          <p:nvPr/>
        </p:nvSpPr>
        <p:spPr>
          <a:xfrm>
            <a:off x="9451681" y="10585191"/>
            <a:ext cx="4823637" cy="13184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0" i="0" lang="es-MX" sz="3600" u="none" cap="none" strike="noStrike">
                <a:solidFill>
                  <a:schemeClr val="lt1"/>
                </a:solidFill>
                <a:latin typeface="Lato"/>
                <a:ea typeface="Lato"/>
                <a:cs typeface="Lato"/>
                <a:sym typeface="Lato"/>
              </a:rPr>
              <a:t>&lt;Object&gt;</a:t>
            </a:r>
            <a:endParaRPr b="0" i="0" sz="1400" u="none" cap="none" strike="noStrike">
              <a:solidFill>
                <a:srgbClr val="000000"/>
              </a:solidFill>
              <a:latin typeface="Arial"/>
              <a:ea typeface="Arial"/>
              <a:cs typeface="Arial"/>
              <a:sym typeface="Arial"/>
            </a:endParaRPr>
          </a:p>
        </p:txBody>
      </p:sp>
      <p:cxnSp>
        <p:nvCxnSpPr>
          <p:cNvPr id="312" name="Google Shape;312;p63"/>
          <p:cNvCxnSpPr/>
          <p:nvPr/>
        </p:nvCxnSpPr>
        <p:spPr>
          <a:xfrm>
            <a:off x="7676707" y="6857999"/>
            <a:ext cx="1233377" cy="0"/>
          </a:xfrm>
          <a:prstGeom prst="straightConnector1">
            <a:avLst/>
          </a:prstGeom>
          <a:noFill/>
          <a:ln cap="flat" cmpd="sng" w="76200">
            <a:solidFill>
              <a:srgbClr val="FF0066"/>
            </a:solidFill>
            <a:prstDash val="solid"/>
            <a:round/>
            <a:headEnd len="sm" w="sm" type="none"/>
            <a:tailEnd len="med" w="med" type="stealth"/>
          </a:ln>
        </p:spPr>
      </p:cxnSp>
      <p:cxnSp>
        <p:nvCxnSpPr>
          <p:cNvPr id="313" name="Google Shape;313;p63"/>
          <p:cNvCxnSpPr/>
          <p:nvPr/>
        </p:nvCxnSpPr>
        <p:spPr>
          <a:xfrm>
            <a:off x="7676707" y="8334225"/>
            <a:ext cx="1233377" cy="0"/>
          </a:xfrm>
          <a:prstGeom prst="straightConnector1">
            <a:avLst/>
          </a:prstGeom>
          <a:noFill/>
          <a:ln cap="flat" cmpd="sng" w="76200">
            <a:solidFill>
              <a:srgbClr val="FF0066"/>
            </a:solidFill>
            <a:prstDash val="solid"/>
            <a:round/>
            <a:headEnd len="sm" w="sm" type="none"/>
            <a:tailEnd len="med" w="med" type="stealth"/>
          </a:ln>
        </p:spPr>
      </p:cxnSp>
      <p:cxnSp>
        <p:nvCxnSpPr>
          <p:cNvPr id="314" name="Google Shape;314;p63"/>
          <p:cNvCxnSpPr/>
          <p:nvPr/>
        </p:nvCxnSpPr>
        <p:spPr>
          <a:xfrm>
            <a:off x="7676707" y="9810451"/>
            <a:ext cx="1233377" cy="0"/>
          </a:xfrm>
          <a:prstGeom prst="straightConnector1">
            <a:avLst/>
          </a:prstGeom>
          <a:noFill/>
          <a:ln cap="flat" cmpd="sng" w="76200">
            <a:solidFill>
              <a:srgbClr val="FF0066"/>
            </a:solidFill>
            <a:prstDash val="solid"/>
            <a:round/>
            <a:headEnd len="sm" w="sm" type="none"/>
            <a:tailEnd len="med" w="med" type="stealth"/>
          </a:ln>
        </p:spPr>
      </p:cxnSp>
      <p:cxnSp>
        <p:nvCxnSpPr>
          <p:cNvPr id="315" name="Google Shape;315;p63"/>
          <p:cNvCxnSpPr/>
          <p:nvPr/>
        </p:nvCxnSpPr>
        <p:spPr>
          <a:xfrm>
            <a:off x="7676707" y="11286677"/>
            <a:ext cx="1233377" cy="0"/>
          </a:xfrm>
          <a:prstGeom prst="straightConnector1">
            <a:avLst/>
          </a:prstGeom>
          <a:noFill/>
          <a:ln cap="flat" cmpd="sng" w="76200">
            <a:solidFill>
              <a:srgbClr val="FF0066"/>
            </a:solidFill>
            <a:prstDash val="solid"/>
            <a:round/>
            <a:headEnd len="sm" w="sm" type="none"/>
            <a:tailEnd len="med" w="med" type="stealth"/>
          </a:ln>
        </p:spPr>
      </p:cxnSp>
      <p:grpSp>
        <p:nvGrpSpPr>
          <p:cNvPr id="316" name="Google Shape;316;p63"/>
          <p:cNvGrpSpPr/>
          <p:nvPr/>
        </p:nvGrpSpPr>
        <p:grpSpPr>
          <a:xfrm>
            <a:off x="15778716" y="5806706"/>
            <a:ext cx="7442790" cy="6677246"/>
            <a:chOff x="15481005" y="6018028"/>
            <a:chExt cx="7442790" cy="6677246"/>
          </a:xfrm>
        </p:grpSpPr>
        <p:pic>
          <p:nvPicPr>
            <p:cNvPr descr="Redis icon - Free download on Iconfinder" id="317" name="Google Shape;317;p63"/>
            <p:cNvPicPr preferRelativeResize="0"/>
            <p:nvPr/>
          </p:nvPicPr>
          <p:blipFill rotWithShape="1">
            <a:blip r:embed="rId4">
              <a:alphaModFix/>
            </a:blip>
            <a:srcRect b="0" l="0" r="0" t="0"/>
            <a:stretch/>
          </p:blipFill>
          <p:spPr>
            <a:xfrm>
              <a:off x="16454331" y="8919769"/>
              <a:ext cx="2632984" cy="2632984"/>
            </a:xfrm>
            <a:prstGeom prst="rect">
              <a:avLst/>
            </a:prstGeom>
            <a:noFill/>
            <a:ln>
              <a:noFill/>
            </a:ln>
          </p:spPr>
        </p:pic>
        <p:pic>
          <p:nvPicPr>
            <p:cNvPr descr="Handling Data at Scale with Amazon DynamoDB" id="318" name="Google Shape;318;p63"/>
            <p:cNvPicPr preferRelativeResize="0"/>
            <p:nvPr/>
          </p:nvPicPr>
          <p:blipFill rotWithShape="1">
            <a:blip r:embed="rId5">
              <a:alphaModFix/>
            </a:blip>
            <a:srcRect b="21082" l="9983" r="69606" t="21083"/>
            <a:stretch/>
          </p:blipFill>
          <p:spPr>
            <a:xfrm>
              <a:off x="19660503" y="8919769"/>
              <a:ext cx="2477975" cy="2632984"/>
            </a:xfrm>
            <a:prstGeom prst="rect">
              <a:avLst/>
            </a:prstGeom>
            <a:noFill/>
            <a:ln>
              <a:noFill/>
            </a:ln>
          </p:spPr>
        </p:pic>
        <p:sp>
          <p:nvSpPr>
            <p:cNvPr id="319" name="Google Shape;319;p63"/>
            <p:cNvSpPr/>
            <p:nvPr/>
          </p:nvSpPr>
          <p:spPr>
            <a:xfrm>
              <a:off x="15481005" y="6018028"/>
              <a:ext cx="7442790" cy="6677246"/>
            </a:xfrm>
            <a:prstGeom prst="roundRect">
              <a:avLst>
                <a:gd fmla="val 4021"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0" name="Google Shape;320;p63"/>
            <p:cNvSpPr/>
            <p:nvPr/>
          </p:nvSpPr>
          <p:spPr>
            <a:xfrm>
              <a:off x="15757451" y="6198781"/>
              <a:ext cx="5741582" cy="818610"/>
            </a:xfrm>
            <a:prstGeom prst="roundRect">
              <a:avLst>
                <a:gd fmla="val 16667" name="adj"/>
              </a:avLst>
            </a:prstGeom>
            <a:solidFill>
              <a:srgbClr val="FF0066"/>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s-MX" sz="3200" u="none" cap="none" strike="noStrike">
                  <a:solidFill>
                    <a:schemeClr val="lt1"/>
                  </a:solidFill>
                  <a:latin typeface="Lato"/>
                  <a:ea typeface="Lato"/>
                  <a:cs typeface="Lato"/>
                  <a:sym typeface="Lato"/>
                </a:rPr>
                <a:t>Cliente</a:t>
              </a:r>
              <a:endParaRPr b="0" i="0" sz="1400" u="none" cap="none" strike="noStrike">
                <a:solidFill>
                  <a:srgbClr val="000000"/>
                </a:solidFill>
                <a:latin typeface="Arial"/>
                <a:ea typeface="Arial"/>
                <a:cs typeface="Arial"/>
                <a:sym typeface="Arial"/>
              </a:endParaRPr>
            </a:p>
          </p:txBody>
        </p:sp>
        <p:sp>
          <p:nvSpPr>
            <p:cNvPr id="321" name="Google Shape;321;p63"/>
            <p:cNvSpPr/>
            <p:nvPr/>
          </p:nvSpPr>
          <p:spPr>
            <a:xfrm>
              <a:off x="15757451" y="7179977"/>
              <a:ext cx="5741582" cy="818610"/>
            </a:xfrm>
            <a:prstGeom prst="roundRect">
              <a:avLst>
                <a:gd fmla="val 16667" name="adj"/>
              </a:avLst>
            </a:prstGeom>
            <a:solidFill>
              <a:srgbClr val="FF0066"/>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s-MX" sz="3200" u="none" cap="none" strike="noStrike">
                  <a:solidFill>
                    <a:schemeClr val="lt1"/>
                  </a:solidFill>
                  <a:latin typeface="Lato"/>
                  <a:ea typeface="Lato"/>
                  <a:cs typeface="Lato"/>
                  <a:sym typeface="Lato"/>
                </a:rPr>
                <a:t>Dirección de facturación</a:t>
              </a:r>
              <a:endParaRPr b="0" i="0" sz="1400" u="none" cap="none" strike="noStrike">
                <a:solidFill>
                  <a:srgbClr val="000000"/>
                </a:solidFill>
                <a:latin typeface="Arial"/>
                <a:ea typeface="Arial"/>
                <a:cs typeface="Arial"/>
                <a:sym typeface="Arial"/>
              </a:endParaRPr>
            </a:p>
          </p:txBody>
        </p:sp>
        <p:sp>
          <p:nvSpPr>
            <p:cNvPr id="322" name="Google Shape;322;p63"/>
            <p:cNvSpPr/>
            <p:nvPr/>
          </p:nvSpPr>
          <p:spPr>
            <a:xfrm>
              <a:off x="15757451" y="8188300"/>
              <a:ext cx="6932428" cy="4294323"/>
            </a:xfrm>
            <a:prstGeom prst="roundRect">
              <a:avLst>
                <a:gd fmla="val 5565" name="adj"/>
              </a:avLst>
            </a:prstGeom>
            <a:solidFill>
              <a:srgbClr val="FF0066"/>
            </a:solidFill>
            <a:ln cap="flat" cmpd="sng" w="25400">
              <a:solidFill>
                <a:srgbClr val="1C30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s-MX" sz="3200" u="none" cap="none" strike="noStrike">
                  <a:solidFill>
                    <a:schemeClr val="lt1"/>
                  </a:solidFill>
                  <a:latin typeface="Lato"/>
                  <a:ea typeface="Lato"/>
                  <a:cs typeface="Lato"/>
                  <a:sym typeface="Lato"/>
                </a:rPr>
                <a:t>Pedidos</a:t>
              </a:r>
              <a:endParaRPr b="0" i="0" sz="1400" u="none" cap="none" strike="noStrike">
                <a:solidFill>
                  <a:srgbClr val="000000"/>
                </a:solidFill>
                <a:latin typeface="Arial"/>
                <a:ea typeface="Arial"/>
                <a:cs typeface="Arial"/>
                <a:sym typeface="Arial"/>
              </a:endParaRPr>
            </a:p>
          </p:txBody>
        </p:sp>
        <p:sp>
          <p:nvSpPr>
            <p:cNvPr id="323" name="Google Shape;323;p63"/>
            <p:cNvSpPr/>
            <p:nvPr/>
          </p:nvSpPr>
          <p:spPr>
            <a:xfrm>
              <a:off x="16033897" y="8902965"/>
              <a:ext cx="6400800" cy="3246678"/>
            </a:xfrm>
            <a:prstGeom prst="roundRect">
              <a:avLst>
                <a:gd fmla="val 5565" name="adj"/>
              </a:avLst>
            </a:prstGeom>
            <a:solidFill>
              <a:schemeClr val="lt1"/>
            </a:solidFill>
            <a:ln cap="flat" cmpd="sng" w="25400">
              <a:solidFill>
                <a:srgbClr val="1C30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s-MX" sz="3200" u="none" cap="none" strike="noStrike">
                  <a:solidFill>
                    <a:schemeClr val="dk1"/>
                  </a:solidFill>
                  <a:latin typeface="Lato"/>
                  <a:ea typeface="Lato"/>
                  <a:cs typeface="Lato"/>
                  <a:sym typeface="Lato"/>
                </a:rPr>
                <a:t>Pedido</a:t>
              </a:r>
              <a:endParaRPr b="0" i="0" sz="1400" u="none" cap="none" strike="noStrike">
                <a:solidFill>
                  <a:srgbClr val="000000"/>
                </a:solidFill>
                <a:latin typeface="Arial"/>
                <a:ea typeface="Arial"/>
                <a:cs typeface="Arial"/>
                <a:sym typeface="Arial"/>
              </a:endParaRPr>
            </a:p>
          </p:txBody>
        </p:sp>
        <p:sp>
          <p:nvSpPr>
            <p:cNvPr id="324" name="Google Shape;324;p63"/>
            <p:cNvSpPr/>
            <p:nvPr/>
          </p:nvSpPr>
          <p:spPr>
            <a:xfrm>
              <a:off x="16356419" y="9735849"/>
              <a:ext cx="5782059" cy="626237"/>
            </a:xfrm>
            <a:prstGeom prst="roundRect">
              <a:avLst>
                <a:gd fmla="val 5565" name="adj"/>
              </a:avLst>
            </a:prstGeom>
            <a:solidFill>
              <a:schemeClr val="lt1"/>
            </a:solidFill>
            <a:ln cap="flat" cmpd="sng" w="25400">
              <a:solidFill>
                <a:srgbClr val="1C30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s-MX" sz="3200" u="none" cap="none" strike="noStrike">
                  <a:solidFill>
                    <a:schemeClr val="dk1"/>
                  </a:solidFill>
                  <a:latin typeface="Lato"/>
                  <a:ea typeface="Lato"/>
                  <a:cs typeface="Lato"/>
                  <a:sym typeface="Lato"/>
                </a:rPr>
                <a:t>Dirección de envío</a:t>
              </a:r>
              <a:endParaRPr b="0" i="0" sz="1400" u="none" cap="none" strike="noStrike">
                <a:solidFill>
                  <a:srgbClr val="000000"/>
                </a:solidFill>
                <a:latin typeface="Arial"/>
                <a:ea typeface="Arial"/>
                <a:cs typeface="Arial"/>
                <a:sym typeface="Arial"/>
              </a:endParaRPr>
            </a:p>
          </p:txBody>
        </p:sp>
        <p:sp>
          <p:nvSpPr>
            <p:cNvPr id="325" name="Google Shape;325;p63"/>
            <p:cNvSpPr/>
            <p:nvPr/>
          </p:nvSpPr>
          <p:spPr>
            <a:xfrm>
              <a:off x="16356419" y="10418793"/>
              <a:ext cx="5782059" cy="626237"/>
            </a:xfrm>
            <a:prstGeom prst="roundRect">
              <a:avLst>
                <a:gd fmla="val 5565" name="adj"/>
              </a:avLst>
            </a:prstGeom>
            <a:solidFill>
              <a:schemeClr val="lt1"/>
            </a:solidFill>
            <a:ln cap="flat" cmpd="sng" w="25400">
              <a:solidFill>
                <a:srgbClr val="1C30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s-MX" sz="3200" u="none" cap="none" strike="noStrike">
                  <a:solidFill>
                    <a:schemeClr val="dk1"/>
                  </a:solidFill>
                  <a:latin typeface="Lato"/>
                  <a:ea typeface="Lato"/>
                  <a:cs typeface="Lato"/>
                  <a:sym typeface="Lato"/>
                </a:rPr>
                <a:t>Pago</a:t>
              </a:r>
              <a:endParaRPr b="0" i="0" sz="1400" u="none" cap="none" strike="noStrike">
                <a:solidFill>
                  <a:srgbClr val="000000"/>
                </a:solidFill>
                <a:latin typeface="Arial"/>
                <a:ea typeface="Arial"/>
                <a:cs typeface="Arial"/>
                <a:sym typeface="Arial"/>
              </a:endParaRPr>
            </a:p>
          </p:txBody>
        </p:sp>
        <p:sp>
          <p:nvSpPr>
            <p:cNvPr id="326" name="Google Shape;326;p63"/>
            <p:cNvSpPr/>
            <p:nvPr/>
          </p:nvSpPr>
          <p:spPr>
            <a:xfrm>
              <a:off x="16356419" y="11124517"/>
              <a:ext cx="5782059" cy="626237"/>
            </a:xfrm>
            <a:prstGeom prst="roundRect">
              <a:avLst>
                <a:gd fmla="val 5565" name="adj"/>
              </a:avLst>
            </a:prstGeom>
            <a:solidFill>
              <a:schemeClr val="lt1"/>
            </a:solidFill>
            <a:ln cap="flat" cmpd="sng" w="25400">
              <a:solidFill>
                <a:srgbClr val="1C30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s-MX" sz="3200" u="none" cap="none" strike="noStrike">
                  <a:solidFill>
                    <a:schemeClr val="dk1"/>
                  </a:solidFill>
                  <a:latin typeface="Lato"/>
                  <a:ea typeface="Lato"/>
                  <a:cs typeface="Lato"/>
                  <a:sym typeface="Lato"/>
                </a:rPr>
                <a:t>Producto</a:t>
              </a:r>
              <a:endParaRPr b="0" i="0" sz="1400" u="none" cap="none" strike="noStrike">
                <a:solidFill>
                  <a:srgbClr val="000000"/>
                </a:solidFill>
                <a:latin typeface="Arial"/>
                <a:ea typeface="Arial"/>
                <a:cs typeface="Arial"/>
                <a:sym typeface="Arial"/>
              </a:endParaRPr>
            </a:p>
          </p:txBody>
        </p:sp>
      </p:grpSp>
      <p:pic>
        <p:nvPicPr>
          <p:cNvPr id="327" name="Google Shape;327;p63"/>
          <p:cNvPicPr preferRelativeResize="0"/>
          <p:nvPr/>
        </p:nvPicPr>
        <p:blipFill rotWithShape="1">
          <a:blip r:embed="rId6">
            <a:alphaModFix/>
          </a:blip>
          <a:srcRect b="0" l="0" r="0" t="0"/>
          <a:stretch/>
        </p:blipFill>
        <p:spPr>
          <a:xfrm>
            <a:off x="20220327" y="1202441"/>
            <a:ext cx="2985385" cy="298538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500"/>
                                        <p:tgtEl>
                                          <p:spTgt spid="3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500"/>
                                        <p:tgtEl>
                                          <p:spTgt spid="306"/>
                                        </p:tgtEl>
                                      </p:cBhvr>
                                    </p:animEffect>
                                  </p:childTnLst>
                                </p:cTn>
                              </p:par>
                              <p:par>
                                <p:cTn fill="hold" nodeType="with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500"/>
                                        <p:tgtEl>
                                          <p:spTgt spid="307"/>
                                        </p:tgtEl>
                                      </p:cBhvr>
                                    </p:animEffect>
                                  </p:childTnLst>
                                </p:cTn>
                              </p:par>
                              <p:par>
                                <p:cTn fill="hold" nodeType="with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500"/>
                                        <p:tgtEl>
                                          <p:spTgt spid="3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500"/>
                                        <p:tgtEl>
                                          <p:spTgt spid="3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500"/>
                                        <p:tgtEl>
                                          <p:spTgt spid="313"/>
                                        </p:tgtEl>
                                      </p:cBhvr>
                                    </p:animEffect>
                                  </p:childTnLst>
                                </p:cTn>
                              </p:par>
                              <p:par>
                                <p:cTn fill="hold" nodeType="with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500"/>
                                        <p:tgtEl>
                                          <p:spTgt spid="314"/>
                                        </p:tgtEl>
                                      </p:cBhvr>
                                    </p:animEffect>
                                  </p:childTnLst>
                                </p:cTn>
                              </p:par>
                              <p:par>
                                <p:cTn fill="hold" nodeType="with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500"/>
                                        <p:tgtEl>
                                          <p:spTgt spid="3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500"/>
                                        <p:tgtEl>
                                          <p:spTgt spid="3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par>
                                <p:cTn fill="hold" nodeType="with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500"/>
                                        <p:tgtEl>
                                          <p:spTgt spid="309"/>
                                        </p:tgtEl>
                                      </p:cBhvr>
                                    </p:animEffect>
                                  </p:childTnLst>
                                </p:cTn>
                              </p:par>
                              <p:par>
                                <p:cTn fill="hold" nodeType="with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500"/>
                                        <p:tgtEl>
                                          <p:spTgt spid="3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1000"/>
                                        <p:tgtEl>
                                          <p:spTgt spid="3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1" name="Shape 331"/>
        <p:cNvGrpSpPr/>
        <p:nvPr/>
      </p:nvGrpSpPr>
      <p:grpSpPr>
        <a:xfrm>
          <a:off x="0" y="0"/>
          <a:ext cx="0" cy="0"/>
          <a:chOff x="0" y="0"/>
          <a:chExt cx="0" cy="0"/>
        </a:xfrm>
      </p:grpSpPr>
      <p:sp>
        <p:nvSpPr>
          <p:cNvPr id="332" name="Google Shape;332;p64"/>
          <p:cNvSpPr txBox="1"/>
          <p:nvPr>
            <p:ph type="title"/>
          </p:nvPr>
        </p:nvSpPr>
        <p:spPr>
          <a:xfrm>
            <a:off x="3168503" y="730253"/>
            <a:ext cx="18011554"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8800"/>
              <a:buNone/>
            </a:pPr>
            <a:r>
              <a:rPr lang="es-MX">
                <a:latin typeface="Roboto"/>
                <a:ea typeface="Roboto"/>
                <a:cs typeface="Roboto"/>
                <a:sym typeface="Roboto"/>
              </a:rPr>
              <a:t>PARES CLAVE-VALOR</a:t>
            </a:r>
            <a:endParaRPr/>
          </a:p>
        </p:txBody>
      </p:sp>
      <p:sp>
        <p:nvSpPr>
          <p:cNvPr id="333" name="Google Shape;333;p64"/>
          <p:cNvSpPr txBox="1"/>
          <p:nvPr/>
        </p:nvSpPr>
        <p:spPr>
          <a:xfrm>
            <a:off x="361951" y="13144501"/>
            <a:ext cx="23793450" cy="36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s-MX" sz="1800" u="none" cap="none" strike="noStrike">
                <a:solidFill>
                  <a:srgbClr val="000000"/>
                </a:solidFill>
                <a:latin typeface="Lato"/>
                <a:ea typeface="Lato"/>
                <a:cs typeface="Lato"/>
                <a:sym typeface="Lato"/>
              </a:rPr>
              <a:t>© Diseño y Gestión de Bases de Datos con SQL  | Universidad de los Andes </a:t>
            </a:r>
            <a:endParaRPr b="0" i="0" sz="1400" u="none" cap="none" strike="noStrike">
              <a:solidFill>
                <a:srgbClr val="000000"/>
              </a:solidFill>
              <a:latin typeface="Arial"/>
              <a:ea typeface="Arial"/>
              <a:cs typeface="Arial"/>
              <a:sym typeface="Arial"/>
            </a:endParaRPr>
          </a:p>
        </p:txBody>
      </p:sp>
      <p:pic>
        <p:nvPicPr>
          <p:cNvPr id="334" name="Google Shape;334;p64"/>
          <p:cNvPicPr preferRelativeResize="0"/>
          <p:nvPr/>
        </p:nvPicPr>
        <p:blipFill rotWithShape="1">
          <a:blip r:embed="rId4">
            <a:alphaModFix/>
          </a:blip>
          <a:srcRect b="0" l="0" r="0" t="0"/>
          <a:stretch/>
        </p:blipFill>
        <p:spPr>
          <a:xfrm>
            <a:off x="20220327" y="1202441"/>
            <a:ext cx="2985385" cy="2985385"/>
          </a:xfrm>
          <a:prstGeom prst="rect">
            <a:avLst/>
          </a:prstGeom>
          <a:noFill/>
          <a:ln>
            <a:noFill/>
          </a:ln>
        </p:spPr>
      </p:pic>
      <p:sp>
        <p:nvSpPr>
          <p:cNvPr id="335" name="Google Shape;335;p64"/>
          <p:cNvSpPr txBox="1"/>
          <p:nvPr/>
        </p:nvSpPr>
        <p:spPr>
          <a:xfrm>
            <a:off x="3168503" y="3353914"/>
            <a:ext cx="13290698" cy="1640359"/>
          </a:xfrm>
          <a:prstGeom prst="rect">
            <a:avLst/>
          </a:prstGeom>
          <a:noFill/>
          <a:ln>
            <a:noFill/>
          </a:ln>
        </p:spPr>
        <p:txBody>
          <a:bodyPr anchorCtr="0" anchor="t" bIns="22850" lIns="45700" spcFirstLastPara="1" rIns="45700" wrap="square" tIns="22850">
            <a:noAutofit/>
          </a:bodyPr>
          <a:lstStyle/>
          <a:p>
            <a:pPr indent="-342900" lvl="0" marL="457200" marR="0" rtl="0" algn="l">
              <a:lnSpc>
                <a:spcPct val="90000"/>
              </a:lnSpc>
              <a:spcBef>
                <a:spcPts val="2000"/>
              </a:spcBef>
              <a:spcAft>
                <a:spcPts val="0"/>
              </a:spcAft>
              <a:buClr>
                <a:schemeClr val="dk1"/>
              </a:buClr>
              <a:buSzPts val="4000"/>
              <a:buFont typeface="Arial"/>
              <a:buChar char="•"/>
            </a:pPr>
            <a:r>
              <a:rPr b="0" i="0" lang="es-MX" sz="4000" u="none" cap="none" strike="noStrike">
                <a:solidFill>
                  <a:schemeClr val="dk1"/>
                </a:solidFill>
                <a:latin typeface="Lato"/>
                <a:ea typeface="Lato"/>
                <a:cs typeface="Lato"/>
                <a:sym typeface="Lato"/>
              </a:rPr>
              <a:t>La </a:t>
            </a:r>
            <a:r>
              <a:rPr b="1" i="0" lang="es-MX" sz="4000" u="none" cap="none" strike="noStrike">
                <a:solidFill>
                  <a:schemeClr val="dk1"/>
                </a:solidFill>
                <a:latin typeface="Lato"/>
                <a:ea typeface="Lato"/>
                <a:cs typeface="Lato"/>
                <a:sym typeface="Lato"/>
              </a:rPr>
              <a:t>clave</a:t>
            </a:r>
            <a:r>
              <a:rPr b="0" i="0" lang="es-MX" sz="4000" u="none" cap="none" strike="noStrike">
                <a:solidFill>
                  <a:schemeClr val="dk1"/>
                </a:solidFill>
                <a:latin typeface="Lato"/>
                <a:ea typeface="Lato"/>
                <a:cs typeface="Lato"/>
                <a:sym typeface="Lato"/>
              </a:rPr>
              <a:t> funciona como el nombre o identificador.</a:t>
            </a:r>
            <a:endParaRPr b="0" i="0" sz="1400" u="none" cap="none" strike="noStrike">
              <a:solidFill>
                <a:srgbClr val="000000"/>
              </a:solidFill>
              <a:latin typeface="Arial"/>
              <a:ea typeface="Arial"/>
              <a:cs typeface="Arial"/>
              <a:sym typeface="Arial"/>
            </a:endParaRPr>
          </a:p>
          <a:p>
            <a:pPr indent="-342900" lvl="0" marL="457200" marR="0" rtl="0" algn="l">
              <a:lnSpc>
                <a:spcPct val="90000"/>
              </a:lnSpc>
              <a:spcBef>
                <a:spcPts val="2000"/>
              </a:spcBef>
              <a:spcAft>
                <a:spcPts val="0"/>
              </a:spcAft>
              <a:buClr>
                <a:schemeClr val="dk1"/>
              </a:buClr>
              <a:buSzPts val="4000"/>
              <a:buFont typeface="Arial"/>
              <a:buChar char="•"/>
            </a:pPr>
            <a:r>
              <a:rPr b="0" i="0" lang="es-MX" sz="4000" u="none" cap="none" strike="noStrike">
                <a:solidFill>
                  <a:schemeClr val="dk1"/>
                </a:solidFill>
                <a:latin typeface="Lato"/>
                <a:ea typeface="Lato"/>
                <a:cs typeface="Lato"/>
                <a:sym typeface="Lato"/>
              </a:rPr>
              <a:t>El </a:t>
            </a:r>
            <a:r>
              <a:rPr b="1" i="0" lang="es-MX" sz="4000" u="none" cap="none" strike="noStrike">
                <a:solidFill>
                  <a:schemeClr val="dk1"/>
                </a:solidFill>
                <a:latin typeface="Lato"/>
                <a:ea typeface="Lato"/>
                <a:cs typeface="Lato"/>
                <a:sym typeface="Lato"/>
              </a:rPr>
              <a:t>valor</a:t>
            </a:r>
            <a:r>
              <a:rPr b="0" i="0" lang="es-MX" sz="4000" u="none" cap="none" strike="noStrike">
                <a:solidFill>
                  <a:schemeClr val="dk1"/>
                </a:solidFill>
                <a:latin typeface="Lato"/>
                <a:ea typeface="Lato"/>
                <a:cs typeface="Lato"/>
                <a:sym typeface="Lato"/>
              </a:rPr>
              <a:t> es el contenido asociado a esa clave.</a:t>
            </a:r>
            <a:endParaRPr b="0" i="0" sz="1400" u="none" cap="none" strike="noStrike">
              <a:solidFill>
                <a:srgbClr val="000000"/>
              </a:solidFill>
              <a:latin typeface="Arial"/>
              <a:ea typeface="Arial"/>
              <a:cs typeface="Arial"/>
              <a:sym typeface="Arial"/>
            </a:endParaRPr>
          </a:p>
        </p:txBody>
      </p:sp>
      <p:pic>
        <p:nvPicPr>
          <p:cNvPr descr="Redis adds support for vector database search in its first unified platform  update - SiliconANGLE" id="336" name="Google Shape;336;p64"/>
          <p:cNvPicPr preferRelativeResize="0"/>
          <p:nvPr/>
        </p:nvPicPr>
        <p:blipFill rotWithShape="1">
          <a:blip r:embed="rId5">
            <a:alphaModFix/>
          </a:blip>
          <a:srcRect b="35035" l="19255" r="18511" t="31656"/>
          <a:stretch/>
        </p:blipFill>
        <p:spPr>
          <a:xfrm>
            <a:off x="5029325" y="5501203"/>
            <a:ext cx="5598151" cy="1997541"/>
          </a:xfrm>
          <a:prstGeom prst="rect">
            <a:avLst/>
          </a:prstGeom>
          <a:noFill/>
          <a:ln>
            <a:noFill/>
          </a:ln>
        </p:spPr>
      </p:pic>
      <p:pic>
        <p:nvPicPr>
          <p:cNvPr descr="Handling Data at Scale with Amazon DynamoDB" id="337" name="Google Shape;337;p64"/>
          <p:cNvPicPr preferRelativeResize="0"/>
          <p:nvPr/>
        </p:nvPicPr>
        <p:blipFill rotWithShape="1">
          <a:blip r:embed="rId6">
            <a:alphaModFix/>
          </a:blip>
          <a:srcRect b="22044" l="11236" r="10604" t="22441"/>
          <a:stretch/>
        </p:blipFill>
        <p:spPr>
          <a:xfrm>
            <a:off x="12642681" y="5422234"/>
            <a:ext cx="7499674" cy="1997541"/>
          </a:xfrm>
          <a:prstGeom prst="rect">
            <a:avLst/>
          </a:prstGeom>
          <a:noFill/>
          <a:ln>
            <a:noFill/>
          </a:ln>
        </p:spPr>
      </p:pic>
      <p:sp>
        <p:nvSpPr>
          <p:cNvPr id="338" name="Google Shape;338;p64"/>
          <p:cNvSpPr txBox="1"/>
          <p:nvPr/>
        </p:nvSpPr>
        <p:spPr>
          <a:xfrm>
            <a:off x="3191426" y="7926705"/>
            <a:ext cx="18001147" cy="4319800"/>
          </a:xfrm>
          <a:prstGeom prst="rect">
            <a:avLst/>
          </a:prstGeom>
          <a:noFill/>
          <a:ln>
            <a:noFill/>
          </a:ln>
        </p:spPr>
        <p:txBody>
          <a:bodyPr anchorCtr="0" anchor="t" bIns="22850" lIns="45700" spcFirstLastPara="1" rIns="45700" wrap="square" tIns="22850">
            <a:noAutofit/>
          </a:bodyPr>
          <a:lstStyle/>
          <a:p>
            <a:pPr indent="0" lvl="0" marL="114300" marR="0" rtl="0" algn="l">
              <a:lnSpc>
                <a:spcPct val="90000"/>
              </a:lnSpc>
              <a:spcBef>
                <a:spcPts val="2000"/>
              </a:spcBef>
              <a:spcAft>
                <a:spcPts val="0"/>
              </a:spcAft>
              <a:buClr>
                <a:schemeClr val="dk1"/>
              </a:buClr>
              <a:buSzPts val="4000"/>
              <a:buFont typeface="Arial"/>
              <a:buNone/>
            </a:pPr>
            <a:r>
              <a:rPr b="0" i="0" lang="es-MX" sz="4000" u="none" cap="none" strike="noStrike">
                <a:solidFill>
                  <a:schemeClr val="dk1"/>
                </a:solidFill>
                <a:latin typeface="Lato"/>
                <a:ea typeface="Lato"/>
                <a:cs typeface="Lato"/>
                <a:sym typeface="Lato"/>
              </a:rPr>
              <a:t>Algunos casos de uso son:</a:t>
            </a:r>
            <a:endParaRPr b="0" i="0" sz="1400" u="none" cap="none" strike="noStrike">
              <a:solidFill>
                <a:srgbClr val="000000"/>
              </a:solidFill>
              <a:latin typeface="Arial"/>
              <a:ea typeface="Arial"/>
              <a:cs typeface="Arial"/>
              <a:sym typeface="Arial"/>
            </a:endParaRPr>
          </a:p>
          <a:p>
            <a:pPr indent="-342900" lvl="0" marL="457200" marR="0" rtl="0" algn="l">
              <a:lnSpc>
                <a:spcPct val="90000"/>
              </a:lnSpc>
              <a:spcBef>
                <a:spcPts val="2000"/>
              </a:spcBef>
              <a:spcAft>
                <a:spcPts val="0"/>
              </a:spcAft>
              <a:buClr>
                <a:schemeClr val="dk1"/>
              </a:buClr>
              <a:buSzPts val="4000"/>
              <a:buFont typeface="Arial"/>
              <a:buChar char="•"/>
            </a:pPr>
            <a:r>
              <a:rPr b="1" i="0" lang="es-MX" sz="4000" u="none" cap="none" strike="noStrike">
                <a:solidFill>
                  <a:schemeClr val="dk1"/>
                </a:solidFill>
                <a:latin typeface="Lato"/>
                <a:ea typeface="Lato"/>
                <a:cs typeface="Lato"/>
                <a:sym typeface="Lato"/>
              </a:rPr>
              <a:t>Cacheo de resultados: </a:t>
            </a:r>
            <a:r>
              <a:rPr b="0" i="0" lang="es-MX" sz="4000" u="none" cap="none" strike="noStrike">
                <a:solidFill>
                  <a:schemeClr val="dk1"/>
                </a:solidFill>
                <a:latin typeface="Lato"/>
                <a:ea typeface="Lato"/>
                <a:cs typeface="Lato"/>
                <a:sym typeface="Lato"/>
              </a:rPr>
              <a:t>almacenar consultas frecuentes, para no tener que volver a realizar peticiones a la base de datos principal.</a:t>
            </a:r>
            <a:endParaRPr b="0" i="0" sz="1400" u="none" cap="none" strike="noStrike">
              <a:solidFill>
                <a:srgbClr val="000000"/>
              </a:solidFill>
              <a:latin typeface="Arial"/>
              <a:ea typeface="Arial"/>
              <a:cs typeface="Arial"/>
              <a:sym typeface="Arial"/>
            </a:endParaRPr>
          </a:p>
          <a:p>
            <a:pPr indent="-342900" lvl="0" marL="457200" marR="0" rtl="0" algn="l">
              <a:lnSpc>
                <a:spcPct val="90000"/>
              </a:lnSpc>
              <a:spcBef>
                <a:spcPts val="2000"/>
              </a:spcBef>
              <a:spcAft>
                <a:spcPts val="0"/>
              </a:spcAft>
              <a:buClr>
                <a:schemeClr val="dk1"/>
              </a:buClr>
              <a:buSzPts val="4000"/>
              <a:buFont typeface="Arial"/>
              <a:buChar char="•"/>
            </a:pPr>
            <a:r>
              <a:rPr b="1" i="0" lang="es-MX" sz="4000" u="none" cap="none" strike="noStrike">
                <a:solidFill>
                  <a:schemeClr val="dk1"/>
                </a:solidFill>
                <a:latin typeface="Lato"/>
                <a:ea typeface="Lato"/>
                <a:cs typeface="Lato"/>
                <a:sym typeface="Lato"/>
              </a:rPr>
              <a:t>Gestión de sesiones</a:t>
            </a:r>
            <a:r>
              <a:rPr b="0" i="0" lang="es-MX" sz="4000" u="none" cap="none" strike="noStrike">
                <a:solidFill>
                  <a:schemeClr val="dk1"/>
                </a:solidFill>
                <a:latin typeface="Lato"/>
                <a:ea typeface="Lato"/>
                <a:cs typeface="Lato"/>
                <a:sym typeface="Lato"/>
              </a:rPr>
              <a:t>: guardar tokens de login y datos temporales de usuarios</a:t>
            </a:r>
            <a:endParaRPr b="0" i="0" sz="1400" u="none" cap="none" strike="noStrike">
              <a:solidFill>
                <a:srgbClr val="000000"/>
              </a:solidFill>
              <a:latin typeface="Arial"/>
              <a:ea typeface="Arial"/>
              <a:cs typeface="Arial"/>
              <a:sym typeface="Arial"/>
            </a:endParaRPr>
          </a:p>
          <a:p>
            <a:pPr indent="-342900" lvl="0" marL="457200" marR="0" rtl="0" algn="l">
              <a:lnSpc>
                <a:spcPct val="90000"/>
              </a:lnSpc>
              <a:spcBef>
                <a:spcPts val="2000"/>
              </a:spcBef>
              <a:spcAft>
                <a:spcPts val="0"/>
              </a:spcAft>
              <a:buClr>
                <a:schemeClr val="dk1"/>
              </a:buClr>
              <a:buSzPts val="4000"/>
              <a:buFont typeface="Arial"/>
              <a:buChar char="•"/>
            </a:pPr>
            <a:r>
              <a:rPr b="1" i="0" lang="es-MX" sz="4000" u="none" cap="none" strike="noStrike">
                <a:solidFill>
                  <a:schemeClr val="dk1"/>
                </a:solidFill>
                <a:latin typeface="Lato"/>
                <a:ea typeface="Lato"/>
                <a:cs typeface="Lato"/>
                <a:sym typeface="Lato"/>
              </a:rPr>
              <a:t>Cookies</a:t>
            </a:r>
            <a:r>
              <a:rPr b="0" i="0" lang="es-MX" sz="4000" u="none" cap="none" strike="noStrike">
                <a:solidFill>
                  <a:schemeClr val="dk1"/>
                </a:solidFill>
                <a:latin typeface="Lato"/>
                <a:ea typeface="Lato"/>
                <a:cs typeface="Lato"/>
                <a:sym typeface="Lato"/>
              </a:rPr>
              <a:t>: pequeños archivos que un sitio web guarda en tu navegador para recordarte (sesión iniciada, carrito de compras, preferencias).</a:t>
            </a:r>
            <a:endParaRPr b="0" i="0" sz="1400" u="none" cap="none" strike="noStrike">
              <a:solidFill>
                <a:srgbClr val="000000"/>
              </a:solidFill>
              <a:latin typeface="Arial"/>
              <a:ea typeface="Arial"/>
              <a:cs typeface="Arial"/>
              <a:sym typeface="Arial"/>
            </a:endParaRPr>
          </a:p>
        </p:txBody>
      </p:sp>
      <p:pic>
        <p:nvPicPr>
          <p:cNvPr id="339" name="Google Shape;339;p64"/>
          <p:cNvPicPr preferRelativeResize="0"/>
          <p:nvPr/>
        </p:nvPicPr>
        <p:blipFill rotWithShape="1">
          <a:blip r:embed="rId7">
            <a:alphaModFix/>
          </a:blip>
          <a:srcRect b="0" l="0" r="0" t="0"/>
          <a:stretch/>
        </p:blipFill>
        <p:spPr>
          <a:xfrm>
            <a:off x="20987052" y="10446639"/>
            <a:ext cx="1891415" cy="189141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0" st="0"/>
                                            </p:txEl>
                                          </p:spTgt>
                                        </p:tgtEl>
                                        <p:attrNameLst>
                                          <p:attrName>style.visibility</p:attrName>
                                        </p:attrNameLst>
                                      </p:cBhvr>
                                      <p:to>
                                        <p:strVal val="visible"/>
                                      </p:to>
                                    </p:set>
                                    <p:animEffect filter="fade" transition="in">
                                      <p:cBhvr>
                                        <p:cTn dur="500"/>
                                        <p:tgtEl>
                                          <p:spTgt spid="3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1" st="1"/>
                                            </p:txEl>
                                          </p:spTgt>
                                        </p:tgtEl>
                                        <p:attrNameLst>
                                          <p:attrName>style.visibility</p:attrName>
                                        </p:attrNameLst>
                                      </p:cBhvr>
                                      <p:to>
                                        <p:strVal val="visible"/>
                                      </p:to>
                                    </p:set>
                                    <p:animEffect filter="fade" transition="in">
                                      <p:cBhvr>
                                        <p:cTn dur="500"/>
                                        <p:tgtEl>
                                          <p:spTgt spid="3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2" st="2"/>
                                            </p:txEl>
                                          </p:spTgt>
                                        </p:tgtEl>
                                        <p:attrNameLst>
                                          <p:attrName>style.visibility</p:attrName>
                                        </p:attrNameLst>
                                      </p:cBhvr>
                                      <p:to>
                                        <p:strVal val="visible"/>
                                      </p:to>
                                    </p:set>
                                    <p:animEffect filter="fade" transition="in">
                                      <p:cBhvr>
                                        <p:cTn dur="500"/>
                                        <p:tgtEl>
                                          <p:spTgt spid="33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3" st="3"/>
                                            </p:txEl>
                                          </p:spTgt>
                                        </p:tgtEl>
                                        <p:attrNameLst>
                                          <p:attrName>style.visibility</p:attrName>
                                        </p:attrNameLst>
                                      </p:cBhvr>
                                      <p:to>
                                        <p:strVal val="visible"/>
                                      </p:to>
                                    </p:set>
                                    <p:animEffect filter="fade" transition="in">
                                      <p:cBhvr>
                                        <p:cTn dur="500"/>
                                        <p:tgtEl>
                                          <p:spTgt spid="33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39"/>
                                        </p:tgtEl>
                                        <p:attrNameLst>
                                          <p:attrName>style.visibility</p:attrName>
                                        </p:attrNameLst>
                                      </p:cBhvr>
                                      <p:to>
                                        <p:strVal val="visible"/>
                                      </p:to>
                                    </p:set>
                                    <p:anim calcmode="lin" valueType="num">
                                      <p:cBhvr additive="base">
                                        <p:cTn dur="500"/>
                                        <p:tgtEl>
                                          <p:spTgt spid="339"/>
                                        </p:tgtEl>
                                        <p:attrNameLst>
                                          <p:attrName>ppt_w</p:attrName>
                                        </p:attrNameLst>
                                      </p:cBhvr>
                                      <p:tavLst>
                                        <p:tav fmla="" tm="0">
                                          <p:val>
                                            <p:strVal val="0"/>
                                          </p:val>
                                        </p:tav>
                                        <p:tav fmla="" tm="100000">
                                          <p:val>
                                            <p:strVal val="#ppt_w"/>
                                          </p:val>
                                        </p:tav>
                                      </p:tavLst>
                                    </p:anim>
                                    <p:anim calcmode="lin" valueType="num">
                                      <p:cBhvr additive="base">
                                        <p:cTn dur="500"/>
                                        <p:tgtEl>
                                          <p:spTgt spid="33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3" name="Shape 343"/>
        <p:cNvGrpSpPr/>
        <p:nvPr/>
      </p:nvGrpSpPr>
      <p:grpSpPr>
        <a:xfrm>
          <a:off x="0" y="0"/>
          <a:ext cx="0" cy="0"/>
          <a:chOff x="0" y="0"/>
          <a:chExt cx="0" cy="0"/>
        </a:xfrm>
      </p:grpSpPr>
      <p:sp>
        <p:nvSpPr>
          <p:cNvPr id="344" name="Google Shape;344;p65"/>
          <p:cNvSpPr txBox="1"/>
          <p:nvPr>
            <p:ph type="title"/>
          </p:nvPr>
        </p:nvSpPr>
        <p:spPr>
          <a:xfrm>
            <a:off x="3168503" y="730253"/>
            <a:ext cx="18011554"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8800"/>
              <a:buNone/>
            </a:pPr>
            <a:r>
              <a:rPr lang="es-MX">
                <a:latin typeface="Roboto"/>
                <a:ea typeface="Roboto"/>
                <a:cs typeface="Roboto"/>
                <a:sym typeface="Roboto"/>
              </a:rPr>
              <a:t>DOCUMENTOS JSON</a:t>
            </a:r>
            <a:endParaRPr/>
          </a:p>
        </p:txBody>
      </p:sp>
      <p:sp>
        <p:nvSpPr>
          <p:cNvPr id="345" name="Google Shape;345;p65"/>
          <p:cNvSpPr txBox="1"/>
          <p:nvPr/>
        </p:nvSpPr>
        <p:spPr>
          <a:xfrm>
            <a:off x="361951" y="13144501"/>
            <a:ext cx="23793450" cy="36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s-MX" sz="1800" u="none" cap="none" strike="noStrike">
                <a:solidFill>
                  <a:srgbClr val="000000"/>
                </a:solidFill>
                <a:latin typeface="Lato"/>
                <a:ea typeface="Lato"/>
                <a:cs typeface="Lato"/>
                <a:sym typeface="Lato"/>
              </a:rPr>
              <a:t>© Diseño y Gestión de Bases de Datos con SQL  | Universidad de los Andes </a:t>
            </a:r>
            <a:endParaRPr b="0" i="0" sz="1400" u="none" cap="none" strike="noStrike">
              <a:solidFill>
                <a:srgbClr val="000000"/>
              </a:solidFill>
              <a:latin typeface="Arial"/>
              <a:ea typeface="Arial"/>
              <a:cs typeface="Arial"/>
              <a:sym typeface="Arial"/>
            </a:endParaRPr>
          </a:p>
        </p:txBody>
      </p:sp>
      <p:sp>
        <p:nvSpPr>
          <p:cNvPr id="346" name="Google Shape;346;p65"/>
          <p:cNvSpPr txBox="1"/>
          <p:nvPr>
            <p:ph idx="1" type="body"/>
          </p:nvPr>
        </p:nvSpPr>
        <p:spPr>
          <a:xfrm>
            <a:off x="3168503" y="3782784"/>
            <a:ext cx="18437463" cy="6536873"/>
          </a:xfrm>
          <a:prstGeom prst="rect">
            <a:avLst/>
          </a:prstGeom>
          <a:noFill/>
          <a:ln>
            <a:noFill/>
          </a:ln>
        </p:spPr>
        <p:txBody>
          <a:bodyPr anchorCtr="0" anchor="t" bIns="22850" lIns="45700" spcFirstLastPara="1" rIns="45700" wrap="square" tIns="22850">
            <a:noAutofit/>
          </a:bodyPr>
          <a:lstStyle/>
          <a:p>
            <a:pPr indent="0" lvl="0" marL="114300" rtl="0" algn="just">
              <a:lnSpc>
                <a:spcPct val="90000"/>
              </a:lnSpc>
              <a:spcBef>
                <a:spcPts val="2000"/>
              </a:spcBef>
              <a:spcAft>
                <a:spcPts val="0"/>
              </a:spcAft>
              <a:buSzPts val="4000"/>
              <a:buNone/>
            </a:pPr>
            <a:r>
              <a:rPr b="1" lang="es-MX" sz="4000">
                <a:latin typeface="Lato"/>
                <a:ea typeface="Lato"/>
                <a:cs typeface="Lato"/>
                <a:sym typeface="Lato"/>
              </a:rPr>
              <a:t>JSON</a:t>
            </a:r>
            <a:r>
              <a:rPr lang="es-MX" sz="4000">
                <a:latin typeface="Lato"/>
                <a:ea typeface="Lato"/>
                <a:cs typeface="Lato"/>
                <a:sym typeface="Lato"/>
              </a:rPr>
              <a:t> (JavaScript Object Notation) es un formato para almacenar datos como una </a:t>
            </a:r>
            <a:r>
              <a:rPr b="1" lang="es-MX" sz="4000">
                <a:latin typeface="Lato"/>
                <a:ea typeface="Lato"/>
                <a:cs typeface="Lato"/>
                <a:sym typeface="Lato"/>
              </a:rPr>
              <a:t>colección de pares clave–valor </a:t>
            </a:r>
            <a:r>
              <a:rPr lang="es-MX" sz="4000">
                <a:latin typeface="Lato"/>
                <a:ea typeface="Lato"/>
                <a:cs typeface="Lato"/>
                <a:sym typeface="Lato"/>
              </a:rPr>
              <a:t>organizados en estructuras jerárquicas (objetos y arreglos).</a:t>
            </a:r>
            <a:endParaRPr/>
          </a:p>
          <a:p>
            <a:pPr indent="0" lvl="0" marL="114300" rtl="0" algn="just">
              <a:lnSpc>
                <a:spcPct val="90000"/>
              </a:lnSpc>
              <a:spcBef>
                <a:spcPts val="2000"/>
              </a:spcBef>
              <a:spcAft>
                <a:spcPts val="0"/>
              </a:spcAft>
              <a:buSzPts val="4000"/>
              <a:buNone/>
            </a:pPr>
            <a:r>
              <a:rPr lang="es-MX" sz="4000">
                <a:latin typeface="Lato"/>
                <a:ea typeface="Lato"/>
                <a:cs typeface="Lato"/>
                <a:sym typeface="Lato"/>
              </a:rPr>
              <a:t>Esto lo hace ideal para representar objetos del mundo real, que no siempre encajan en un esquema rígido. </a:t>
            </a:r>
            <a:endParaRPr/>
          </a:p>
        </p:txBody>
      </p:sp>
      <p:pic>
        <p:nvPicPr>
          <p:cNvPr id="347" name="Google Shape;347;p65"/>
          <p:cNvPicPr preferRelativeResize="0"/>
          <p:nvPr/>
        </p:nvPicPr>
        <p:blipFill rotWithShape="1">
          <a:blip r:embed="rId4">
            <a:alphaModFix/>
          </a:blip>
          <a:srcRect b="5215" l="10467" r="10806" t="5661"/>
          <a:stretch/>
        </p:blipFill>
        <p:spPr>
          <a:xfrm>
            <a:off x="21180057" y="10120171"/>
            <a:ext cx="2316915" cy="2622925"/>
          </a:xfrm>
          <a:prstGeom prst="rect">
            <a:avLst/>
          </a:prstGeom>
          <a:noFill/>
          <a:ln>
            <a:noFill/>
          </a:ln>
        </p:spPr>
      </p:pic>
      <p:sp>
        <p:nvSpPr>
          <p:cNvPr id="348" name="Google Shape;348;p65"/>
          <p:cNvSpPr txBox="1"/>
          <p:nvPr/>
        </p:nvSpPr>
        <p:spPr>
          <a:xfrm>
            <a:off x="4163332" y="7507784"/>
            <a:ext cx="17442633" cy="1510313"/>
          </a:xfrm>
          <a:prstGeom prst="rect">
            <a:avLst/>
          </a:prstGeom>
          <a:noFill/>
          <a:ln>
            <a:noFill/>
          </a:ln>
        </p:spPr>
        <p:txBody>
          <a:bodyPr anchorCtr="0" anchor="t" bIns="22850" lIns="45700" spcFirstLastPara="1" rIns="45700" wrap="square" tIns="22850">
            <a:noAutofit/>
          </a:bodyPr>
          <a:lstStyle/>
          <a:p>
            <a:pPr indent="0" lvl="0" marL="114300" marR="0" rtl="0" algn="l">
              <a:lnSpc>
                <a:spcPct val="90000"/>
              </a:lnSpc>
              <a:spcBef>
                <a:spcPts val="2000"/>
              </a:spcBef>
              <a:spcAft>
                <a:spcPts val="0"/>
              </a:spcAft>
              <a:buClr>
                <a:schemeClr val="dk1"/>
              </a:buClr>
              <a:buSzPts val="1800"/>
              <a:buFont typeface="Arial"/>
              <a:buNone/>
            </a:pPr>
            <a:r>
              <a:rPr b="0" i="0" lang="es-MX" sz="4000" u="none" cap="none" strike="noStrike">
                <a:solidFill>
                  <a:schemeClr val="dk1"/>
                </a:solidFill>
                <a:latin typeface="Arial"/>
                <a:ea typeface="Arial"/>
                <a:cs typeface="Arial"/>
                <a:sym typeface="Arial"/>
              </a:rPr>
              <a:t>Por ejemplo, dos clientes pueden compartir ciertos atributos (nombre, correo), pero uno puede tener dirección y el otro no, y el sistema no se rompe.</a:t>
            </a:r>
            <a:endParaRPr b="0" i="0" sz="1400" u="none" cap="none" strike="noStrike">
              <a:solidFill>
                <a:srgbClr val="000000"/>
              </a:solidFill>
              <a:latin typeface="Arial"/>
              <a:ea typeface="Arial"/>
              <a:cs typeface="Arial"/>
              <a:sym typeface="Arial"/>
            </a:endParaRPr>
          </a:p>
          <a:p>
            <a:pPr indent="0" lvl="0" marL="114300" marR="0" rtl="0" algn="l">
              <a:lnSpc>
                <a:spcPct val="90000"/>
              </a:lnSpc>
              <a:spcBef>
                <a:spcPts val="2000"/>
              </a:spcBef>
              <a:spcAft>
                <a:spcPts val="0"/>
              </a:spcAft>
              <a:buClr>
                <a:schemeClr val="dk1"/>
              </a:buClr>
              <a:buSzPts val="1800"/>
              <a:buFont typeface="Arial"/>
              <a:buNone/>
            </a:pPr>
            <a:r>
              <a:t/>
            </a:r>
            <a:endParaRPr b="0" i="0" sz="40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500"/>
                                        <p:tgtEl>
                                          <p:spTgt spid="3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2" name="Shape 352"/>
        <p:cNvGrpSpPr/>
        <p:nvPr/>
      </p:nvGrpSpPr>
      <p:grpSpPr>
        <a:xfrm>
          <a:off x="0" y="0"/>
          <a:ext cx="0" cy="0"/>
          <a:chOff x="0" y="0"/>
          <a:chExt cx="0" cy="0"/>
        </a:xfrm>
      </p:grpSpPr>
      <p:sp>
        <p:nvSpPr>
          <p:cNvPr id="353" name="Google Shape;353;p66"/>
          <p:cNvSpPr txBox="1"/>
          <p:nvPr>
            <p:ph type="title"/>
          </p:nvPr>
        </p:nvSpPr>
        <p:spPr>
          <a:xfrm>
            <a:off x="3168503" y="730253"/>
            <a:ext cx="18011554"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8800"/>
              <a:buNone/>
            </a:pPr>
            <a:r>
              <a:rPr lang="es-MX">
                <a:latin typeface="Roboto"/>
                <a:ea typeface="Roboto"/>
                <a:cs typeface="Roboto"/>
                <a:sym typeface="Roboto"/>
              </a:rPr>
              <a:t>DOCUMENTOS JSON</a:t>
            </a:r>
            <a:endParaRPr/>
          </a:p>
        </p:txBody>
      </p:sp>
      <p:sp>
        <p:nvSpPr>
          <p:cNvPr id="354" name="Google Shape;354;p66"/>
          <p:cNvSpPr txBox="1"/>
          <p:nvPr/>
        </p:nvSpPr>
        <p:spPr>
          <a:xfrm>
            <a:off x="361951" y="13144501"/>
            <a:ext cx="23793450" cy="36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s-MX" sz="1800" u="none" cap="none" strike="noStrike">
                <a:solidFill>
                  <a:srgbClr val="000000"/>
                </a:solidFill>
                <a:latin typeface="Lato"/>
                <a:ea typeface="Lato"/>
                <a:cs typeface="Lato"/>
                <a:sym typeface="Lato"/>
              </a:rPr>
              <a:t>© Diseño y Gestión de Bases de Datos con SQL  | Universidad de los Andes </a:t>
            </a:r>
            <a:endParaRPr b="0" i="0" sz="1400" u="none" cap="none" strike="noStrike">
              <a:solidFill>
                <a:srgbClr val="000000"/>
              </a:solidFill>
              <a:latin typeface="Arial"/>
              <a:ea typeface="Arial"/>
              <a:cs typeface="Arial"/>
              <a:sym typeface="Arial"/>
            </a:endParaRPr>
          </a:p>
        </p:txBody>
      </p:sp>
      <p:pic>
        <p:nvPicPr>
          <p:cNvPr id="355" name="Google Shape;355;p66"/>
          <p:cNvPicPr preferRelativeResize="0"/>
          <p:nvPr/>
        </p:nvPicPr>
        <p:blipFill rotWithShape="1">
          <a:blip r:embed="rId4">
            <a:alphaModFix/>
          </a:blip>
          <a:srcRect b="5215" l="10467" r="10806" t="5661"/>
          <a:stretch/>
        </p:blipFill>
        <p:spPr>
          <a:xfrm>
            <a:off x="21180057" y="10120171"/>
            <a:ext cx="2316915" cy="2622925"/>
          </a:xfrm>
          <a:prstGeom prst="rect">
            <a:avLst/>
          </a:prstGeom>
          <a:noFill/>
          <a:ln>
            <a:noFill/>
          </a:ln>
        </p:spPr>
      </p:pic>
      <p:pic>
        <p:nvPicPr>
          <p:cNvPr id="356" name="Google Shape;356;p66"/>
          <p:cNvPicPr preferRelativeResize="0"/>
          <p:nvPr/>
        </p:nvPicPr>
        <p:blipFill rotWithShape="1">
          <a:blip r:embed="rId5">
            <a:alphaModFix/>
          </a:blip>
          <a:srcRect b="0" l="0" r="0" t="0"/>
          <a:stretch/>
        </p:blipFill>
        <p:spPr>
          <a:xfrm>
            <a:off x="2298303" y="3241151"/>
            <a:ext cx="18917194" cy="9501945"/>
          </a:xfrm>
          <a:prstGeom prst="rect">
            <a:avLst/>
          </a:prstGeom>
          <a:noFill/>
          <a:ln>
            <a:noFill/>
          </a:ln>
        </p:spPr>
      </p:pic>
      <p:sp>
        <p:nvSpPr>
          <p:cNvPr id="357" name="Google Shape;357;p66"/>
          <p:cNvSpPr/>
          <p:nvPr/>
        </p:nvSpPr>
        <p:spPr>
          <a:xfrm>
            <a:off x="3697420" y="5528930"/>
            <a:ext cx="2363138" cy="552893"/>
          </a:xfrm>
          <a:prstGeom prst="ellipse">
            <a:avLst/>
          </a:prstGeom>
          <a:noFill/>
          <a:ln cap="flat" cmpd="sng" w="57150">
            <a:solidFill>
              <a:srgbClr val="FF00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8" name="Google Shape;358;p66"/>
          <p:cNvSpPr txBox="1"/>
          <p:nvPr/>
        </p:nvSpPr>
        <p:spPr>
          <a:xfrm>
            <a:off x="6398486" y="4286163"/>
            <a:ext cx="11551588" cy="1510313"/>
          </a:xfrm>
          <a:prstGeom prst="rect">
            <a:avLst/>
          </a:prstGeom>
          <a:noFill/>
          <a:ln>
            <a:noFill/>
          </a:ln>
        </p:spPr>
        <p:txBody>
          <a:bodyPr anchorCtr="0" anchor="t" bIns="22850" lIns="45700" spcFirstLastPara="1" rIns="45700" wrap="square" tIns="22850">
            <a:noAutofit/>
          </a:bodyPr>
          <a:lstStyle/>
          <a:p>
            <a:pPr indent="0" lvl="0" marL="114300" marR="0" rtl="0" algn="l">
              <a:lnSpc>
                <a:spcPct val="90000"/>
              </a:lnSpc>
              <a:spcBef>
                <a:spcPts val="2000"/>
              </a:spcBef>
              <a:spcAft>
                <a:spcPts val="0"/>
              </a:spcAft>
              <a:buClr>
                <a:schemeClr val="dk1"/>
              </a:buClr>
              <a:buSzPts val="1800"/>
              <a:buFont typeface="Arial"/>
              <a:buNone/>
            </a:pPr>
            <a:r>
              <a:rPr b="0" i="0" lang="es-MX" sz="3600" u="none" cap="none" strike="noStrike">
                <a:solidFill>
                  <a:schemeClr val="dk1"/>
                </a:solidFill>
                <a:latin typeface="Arial"/>
                <a:ea typeface="Arial"/>
                <a:cs typeface="Arial"/>
                <a:sym typeface="Arial"/>
              </a:rPr>
              <a:t>La ”clave” siempre es un texto y va entre comillas dobles. Luego se ponen dos puntos “:” para separar el valor. </a:t>
            </a:r>
            <a:endParaRPr b="0" i="0" sz="1400" u="none" cap="none" strike="noStrike">
              <a:solidFill>
                <a:srgbClr val="000000"/>
              </a:solidFill>
              <a:latin typeface="Arial"/>
              <a:ea typeface="Arial"/>
              <a:cs typeface="Arial"/>
              <a:sym typeface="Arial"/>
            </a:endParaRPr>
          </a:p>
          <a:p>
            <a:pPr indent="0" lvl="0" marL="114300" marR="0" rtl="0" algn="l">
              <a:lnSpc>
                <a:spcPct val="90000"/>
              </a:lnSpc>
              <a:spcBef>
                <a:spcPts val="2000"/>
              </a:spcBef>
              <a:spcAft>
                <a:spcPts val="0"/>
              </a:spcAft>
              <a:buClr>
                <a:schemeClr val="dk1"/>
              </a:buClr>
              <a:buSzPts val="1800"/>
              <a:buFont typeface="Arial"/>
              <a:buNone/>
            </a:pPr>
            <a:r>
              <a:t/>
            </a:r>
            <a:endParaRPr b="0" i="0" sz="3600" u="none" cap="none" strike="noStrike">
              <a:solidFill>
                <a:schemeClr val="dk1"/>
              </a:solidFill>
              <a:latin typeface="Arial"/>
              <a:ea typeface="Arial"/>
              <a:cs typeface="Arial"/>
              <a:sym typeface="Arial"/>
            </a:endParaRPr>
          </a:p>
        </p:txBody>
      </p:sp>
      <p:sp>
        <p:nvSpPr>
          <p:cNvPr id="359" name="Google Shape;359;p66"/>
          <p:cNvSpPr txBox="1"/>
          <p:nvPr/>
        </p:nvSpPr>
        <p:spPr>
          <a:xfrm>
            <a:off x="7373136" y="5938856"/>
            <a:ext cx="11551588" cy="954006"/>
          </a:xfrm>
          <a:prstGeom prst="rect">
            <a:avLst/>
          </a:prstGeom>
          <a:noFill/>
          <a:ln>
            <a:noFill/>
          </a:ln>
        </p:spPr>
        <p:txBody>
          <a:bodyPr anchorCtr="0" anchor="t" bIns="22850" lIns="45700" spcFirstLastPara="1" rIns="45700" wrap="square" tIns="22850">
            <a:noAutofit/>
          </a:bodyPr>
          <a:lstStyle/>
          <a:p>
            <a:pPr indent="0" lvl="0" marL="114300" marR="0" rtl="0" algn="l">
              <a:lnSpc>
                <a:spcPct val="90000"/>
              </a:lnSpc>
              <a:spcBef>
                <a:spcPts val="2000"/>
              </a:spcBef>
              <a:spcAft>
                <a:spcPts val="0"/>
              </a:spcAft>
              <a:buClr>
                <a:schemeClr val="dk1"/>
              </a:buClr>
              <a:buSzPts val="1800"/>
              <a:buFont typeface="Arial"/>
              <a:buNone/>
            </a:pPr>
            <a:r>
              <a:rPr b="0" i="0" lang="es-MX" sz="3600" u="none" cap="none" strike="noStrike">
                <a:solidFill>
                  <a:schemeClr val="dk1"/>
                </a:solidFill>
                <a:latin typeface="Arial"/>
                <a:ea typeface="Arial"/>
                <a:cs typeface="Arial"/>
                <a:sym typeface="Arial"/>
              </a:rPr>
              <a:t>Cada clave-valor se separa por coma “,”</a:t>
            </a:r>
            <a:endParaRPr b="0" i="0" sz="1400" u="none" cap="none" strike="noStrike">
              <a:solidFill>
                <a:srgbClr val="000000"/>
              </a:solidFill>
              <a:latin typeface="Arial"/>
              <a:ea typeface="Arial"/>
              <a:cs typeface="Arial"/>
              <a:sym typeface="Arial"/>
            </a:endParaRPr>
          </a:p>
        </p:txBody>
      </p:sp>
      <p:sp>
        <p:nvSpPr>
          <p:cNvPr id="360" name="Google Shape;360;p66"/>
          <p:cNvSpPr/>
          <p:nvPr/>
        </p:nvSpPr>
        <p:spPr>
          <a:xfrm>
            <a:off x="6726198" y="6197881"/>
            <a:ext cx="312555" cy="552893"/>
          </a:xfrm>
          <a:prstGeom prst="ellipse">
            <a:avLst/>
          </a:prstGeom>
          <a:noFill/>
          <a:ln cap="flat" cmpd="sng" w="57150">
            <a:solidFill>
              <a:srgbClr val="FF00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61" name="Google Shape;361;p66"/>
          <p:cNvSpPr txBox="1"/>
          <p:nvPr/>
        </p:nvSpPr>
        <p:spPr>
          <a:xfrm>
            <a:off x="11756900" y="7398030"/>
            <a:ext cx="8125984" cy="1737983"/>
          </a:xfrm>
          <a:prstGeom prst="rect">
            <a:avLst/>
          </a:prstGeom>
          <a:noFill/>
          <a:ln>
            <a:noFill/>
          </a:ln>
        </p:spPr>
        <p:txBody>
          <a:bodyPr anchorCtr="0" anchor="t" bIns="22850" lIns="45700" spcFirstLastPara="1" rIns="45700" wrap="square" tIns="22850">
            <a:noAutofit/>
          </a:bodyPr>
          <a:lstStyle/>
          <a:p>
            <a:pPr indent="0" lvl="0" marL="114300" marR="0" rtl="0" algn="l">
              <a:lnSpc>
                <a:spcPct val="90000"/>
              </a:lnSpc>
              <a:spcBef>
                <a:spcPts val="2000"/>
              </a:spcBef>
              <a:spcAft>
                <a:spcPts val="0"/>
              </a:spcAft>
              <a:buClr>
                <a:schemeClr val="dk1"/>
              </a:buClr>
              <a:buSzPts val="1800"/>
              <a:buFont typeface="Arial"/>
              <a:buNone/>
            </a:pPr>
            <a:r>
              <a:rPr b="0" i="0" lang="es-MX" sz="3600" u="none" cap="none" strike="noStrike">
                <a:solidFill>
                  <a:schemeClr val="dk1"/>
                </a:solidFill>
                <a:latin typeface="Arial"/>
                <a:ea typeface="Arial"/>
                <a:cs typeface="Arial"/>
                <a:sym typeface="Arial"/>
              </a:rPr>
              <a:t>Las listas se ponen entre corchetes cuadrados “[]” y cada item de la lista es un objeto separado por coma “,”</a:t>
            </a:r>
            <a:endParaRPr b="0" i="0" sz="1400" u="none" cap="none" strike="noStrike">
              <a:solidFill>
                <a:srgbClr val="000000"/>
              </a:solidFill>
              <a:latin typeface="Arial"/>
              <a:ea typeface="Arial"/>
              <a:cs typeface="Arial"/>
              <a:sym typeface="Arial"/>
            </a:endParaRPr>
          </a:p>
        </p:txBody>
      </p:sp>
      <p:sp>
        <p:nvSpPr>
          <p:cNvPr id="362" name="Google Shape;362;p66"/>
          <p:cNvSpPr txBox="1"/>
          <p:nvPr/>
        </p:nvSpPr>
        <p:spPr>
          <a:xfrm>
            <a:off x="4934611" y="10525708"/>
            <a:ext cx="11551588" cy="954006"/>
          </a:xfrm>
          <a:prstGeom prst="rect">
            <a:avLst/>
          </a:prstGeom>
          <a:noFill/>
          <a:ln>
            <a:noFill/>
          </a:ln>
        </p:spPr>
        <p:txBody>
          <a:bodyPr anchorCtr="0" anchor="t" bIns="22850" lIns="45700" spcFirstLastPara="1" rIns="45700" wrap="square" tIns="22850">
            <a:noAutofit/>
          </a:bodyPr>
          <a:lstStyle/>
          <a:p>
            <a:pPr indent="0" lvl="0" marL="114300" marR="0" rtl="0" algn="l">
              <a:lnSpc>
                <a:spcPct val="90000"/>
              </a:lnSpc>
              <a:spcBef>
                <a:spcPts val="2000"/>
              </a:spcBef>
              <a:spcAft>
                <a:spcPts val="0"/>
              </a:spcAft>
              <a:buClr>
                <a:schemeClr val="dk1"/>
              </a:buClr>
              <a:buSzPts val="1800"/>
              <a:buFont typeface="Arial"/>
              <a:buNone/>
            </a:pPr>
            <a:r>
              <a:rPr b="0" i="0" lang="es-MX" sz="3600" u="none" cap="none" strike="noStrike">
                <a:solidFill>
                  <a:schemeClr val="dk1"/>
                </a:solidFill>
                <a:latin typeface="Arial"/>
                <a:ea typeface="Arial"/>
                <a:cs typeface="Arial"/>
                <a:sym typeface="Arial"/>
              </a:rPr>
              <a:t>Cada objeto se representa entre corchetes “{}”</a:t>
            </a:r>
            <a:endParaRPr b="0" i="0" sz="1400" u="none" cap="none" strike="noStrike">
              <a:solidFill>
                <a:srgbClr val="000000"/>
              </a:solidFill>
              <a:latin typeface="Arial"/>
              <a:ea typeface="Arial"/>
              <a:cs typeface="Arial"/>
              <a:sym typeface="Arial"/>
            </a:endParaRPr>
          </a:p>
        </p:txBody>
      </p:sp>
      <p:sp>
        <p:nvSpPr>
          <p:cNvPr id="363" name="Google Shape;363;p66"/>
          <p:cNvSpPr/>
          <p:nvPr/>
        </p:nvSpPr>
        <p:spPr>
          <a:xfrm>
            <a:off x="5904280" y="7052031"/>
            <a:ext cx="312555" cy="552893"/>
          </a:xfrm>
          <a:prstGeom prst="ellipse">
            <a:avLst/>
          </a:prstGeom>
          <a:noFill/>
          <a:ln cap="flat" cmpd="sng" w="57150">
            <a:solidFill>
              <a:srgbClr val="FF00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64" name="Google Shape;364;p66"/>
          <p:cNvSpPr/>
          <p:nvPr/>
        </p:nvSpPr>
        <p:spPr>
          <a:xfrm>
            <a:off x="3843519" y="8583120"/>
            <a:ext cx="312555" cy="552893"/>
          </a:xfrm>
          <a:prstGeom prst="ellipse">
            <a:avLst/>
          </a:prstGeom>
          <a:noFill/>
          <a:ln cap="flat" cmpd="sng" w="57150">
            <a:solidFill>
              <a:srgbClr val="FF00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65" name="Google Shape;365;p66"/>
          <p:cNvSpPr/>
          <p:nvPr/>
        </p:nvSpPr>
        <p:spPr>
          <a:xfrm>
            <a:off x="6249065" y="9064617"/>
            <a:ext cx="312555" cy="552893"/>
          </a:xfrm>
          <a:prstGeom prst="ellipse">
            <a:avLst/>
          </a:prstGeom>
          <a:noFill/>
          <a:ln cap="flat" cmpd="sng" w="57150">
            <a:solidFill>
              <a:srgbClr val="FF00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66" name="Google Shape;366;p66"/>
          <p:cNvSpPr/>
          <p:nvPr/>
        </p:nvSpPr>
        <p:spPr>
          <a:xfrm>
            <a:off x="3843519" y="10651064"/>
            <a:ext cx="312555" cy="552893"/>
          </a:xfrm>
          <a:prstGeom prst="ellipse">
            <a:avLst/>
          </a:prstGeom>
          <a:noFill/>
          <a:ln cap="flat" cmpd="sng" w="57150">
            <a:solidFill>
              <a:srgbClr val="FF00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500"/>
                                        <p:tgtEl>
                                          <p:spTgt spid="3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500"/>
                                        <p:tgtEl>
                                          <p:spTgt spid="3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500"/>
                                        <p:tgtEl>
                                          <p:spTgt spid="3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500"/>
                                        <p:tgtEl>
                                          <p:spTgt spid="363"/>
                                        </p:tgtEl>
                                      </p:cBhvr>
                                    </p:animEffect>
                                  </p:childTnLst>
                                </p:cTn>
                              </p:par>
                              <p:par>
                                <p:cTn fill="hold" nodeType="with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500"/>
                                        <p:tgtEl>
                                          <p:spTgt spid="3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500"/>
                                        <p:tgtEl>
                                          <p:spTgt spid="3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500"/>
                                        <p:tgtEl>
                                          <p:spTgt spid="365"/>
                                        </p:tgtEl>
                                      </p:cBhvr>
                                    </p:animEffect>
                                  </p:childTnLst>
                                </p:cTn>
                              </p:par>
                              <p:par>
                                <p:cTn fill="hold" nodeType="with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500"/>
                                        <p:tgtEl>
                                          <p:spTgt spid="3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500"/>
                                        <p:tgtEl>
                                          <p:spTgt spid="3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1"/>
          <p:cNvSpPr txBox="1"/>
          <p:nvPr>
            <p:ph idx="4294967295" type="title"/>
          </p:nvPr>
        </p:nvSpPr>
        <p:spPr>
          <a:xfrm>
            <a:off x="2094976" y="1789113"/>
            <a:ext cx="20194049" cy="2286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8000"/>
              <a:buFont typeface="Calibri"/>
              <a:buNone/>
            </a:pPr>
            <a:r>
              <a:rPr lang="es-MX">
                <a:latin typeface="Roboto"/>
                <a:ea typeface="Roboto"/>
                <a:cs typeface="Roboto"/>
                <a:sym typeface="Roboto"/>
              </a:rPr>
              <a:t>BASES DE DATOS DE </a:t>
            </a:r>
            <a:r>
              <a:rPr b="1" lang="es-MX">
                <a:latin typeface="Roboto"/>
                <a:ea typeface="Roboto"/>
                <a:cs typeface="Roboto"/>
                <a:sym typeface="Roboto"/>
              </a:rPr>
              <a:t>DOCUMENTOS</a:t>
            </a:r>
            <a:endParaRPr b="1">
              <a:latin typeface="Roboto"/>
              <a:ea typeface="Roboto"/>
              <a:cs typeface="Roboto"/>
              <a:sym typeface="Roboto"/>
            </a:endParaRPr>
          </a:p>
        </p:txBody>
      </p:sp>
      <p:sp>
        <p:nvSpPr>
          <p:cNvPr descr="Qué es Realidad? » Su Definición y Significado [2023]" id="373" name="Google Shape;373;p21"/>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374" name="Google Shape;374;p21"/>
          <p:cNvSpPr txBox="1"/>
          <p:nvPr/>
        </p:nvSpPr>
        <p:spPr>
          <a:xfrm>
            <a:off x="3040912" y="4420399"/>
            <a:ext cx="19130794" cy="2217174"/>
          </a:xfrm>
          <a:prstGeom prst="rect">
            <a:avLst/>
          </a:prstGeom>
          <a:noFill/>
          <a:ln>
            <a:noFill/>
          </a:ln>
        </p:spPr>
        <p:txBody>
          <a:bodyPr anchorCtr="0" anchor="t" bIns="91425" lIns="182875" spcFirstLastPara="1" rIns="182875" wrap="square" tIns="91425">
            <a:noAutofit/>
          </a:bodyPr>
          <a:lstStyle/>
          <a:p>
            <a:pPr indent="0" lvl="0" marL="0" marR="0" rtl="0" algn="just">
              <a:lnSpc>
                <a:spcPct val="100000"/>
              </a:lnSpc>
              <a:spcBef>
                <a:spcPts val="0"/>
              </a:spcBef>
              <a:spcAft>
                <a:spcPts val="0"/>
              </a:spcAft>
              <a:buClr>
                <a:schemeClr val="dk1"/>
              </a:buClr>
              <a:buSzPts val="4000"/>
              <a:buFont typeface="Arial"/>
              <a:buNone/>
            </a:pPr>
            <a:r>
              <a:rPr b="0" i="0" lang="es-MX" sz="4000" u="none" cap="none" strike="noStrike">
                <a:solidFill>
                  <a:schemeClr val="dk1"/>
                </a:solidFill>
                <a:latin typeface="Lato"/>
                <a:ea typeface="Lato"/>
                <a:cs typeface="Lato"/>
                <a:sym typeface="Lato"/>
              </a:rPr>
              <a:t>Las bases de datos de </a:t>
            </a:r>
            <a:r>
              <a:rPr b="1" i="0" lang="es-MX" sz="4000" u="none" cap="none" strike="noStrike">
                <a:solidFill>
                  <a:schemeClr val="dk1"/>
                </a:solidFill>
                <a:latin typeface="Lato"/>
                <a:ea typeface="Lato"/>
                <a:cs typeface="Lato"/>
                <a:sym typeface="Lato"/>
              </a:rPr>
              <a:t>documentos </a:t>
            </a:r>
            <a:r>
              <a:rPr b="0" i="0" lang="es-MX" sz="4000" u="none" cap="none" strike="noStrike">
                <a:solidFill>
                  <a:schemeClr val="dk1"/>
                </a:solidFill>
                <a:latin typeface="Lato"/>
                <a:ea typeface="Lato"/>
                <a:cs typeface="Lato"/>
                <a:sym typeface="Lato"/>
              </a:rPr>
              <a:t>(orientadas a JSON, como MongoDB o Firestore) son muy usadas en plataformas de blogs, tiendas en línea, sistemas de gestión de contenido y aplicaciones móviles/web con backends flexibles</a:t>
            </a:r>
            <a:endParaRPr b="1" i="0" sz="4000" u="none" cap="none" strike="noStrike">
              <a:solidFill>
                <a:schemeClr val="dk1"/>
              </a:solidFill>
              <a:latin typeface="Lato"/>
              <a:ea typeface="Lato"/>
              <a:cs typeface="Lato"/>
              <a:sym typeface="Lato"/>
            </a:endParaRPr>
          </a:p>
        </p:txBody>
      </p:sp>
      <p:pic>
        <p:nvPicPr>
          <p:cNvPr descr="Texto&#10;&#10;El contenido generado por IA puede ser incorrecto." id="375" name="Google Shape;375;p21"/>
          <p:cNvPicPr preferRelativeResize="0"/>
          <p:nvPr/>
        </p:nvPicPr>
        <p:blipFill rotWithShape="1">
          <a:blip r:embed="rId3">
            <a:alphaModFix/>
          </a:blip>
          <a:srcRect b="0" l="0" r="0" t="0"/>
          <a:stretch/>
        </p:blipFill>
        <p:spPr>
          <a:xfrm>
            <a:off x="2860163" y="7110436"/>
            <a:ext cx="2217174" cy="2217174"/>
          </a:xfrm>
          <a:prstGeom prst="rect">
            <a:avLst/>
          </a:prstGeom>
          <a:noFill/>
          <a:ln>
            <a:noFill/>
          </a:ln>
        </p:spPr>
      </p:pic>
      <p:pic>
        <p:nvPicPr>
          <p:cNvPr descr="Texto&#10;&#10;El contenido generado por IA puede ser incorrecto." id="376" name="Google Shape;376;p21"/>
          <p:cNvPicPr preferRelativeResize="0"/>
          <p:nvPr/>
        </p:nvPicPr>
        <p:blipFill rotWithShape="1">
          <a:blip r:embed="rId3">
            <a:alphaModFix/>
          </a:blip>
          <a:srcRect b="0" l="0" r="0" t="0"/>
          <a:stretch/>
        </p:blipFill>
        <p:spPr>
          <a:xfrm>
            <a:off x="5556036" y="7110435"/>
            <a:ext cx="2217174" cy="2217174"/>
          </a:xfrm>
          <a:prstGeom prst="rect">
            <a:avLst/>
          </a:prstGeom>
          <a:noFill/>
          <a:ln>
            <a:noFill/>
          </a:ln>
        </p:spPr>
      </p:pic>
      <p:pic>
        <p:nvPicPr>
          <p:cNvPr descr="Texto&#10;&#10;El contenido generado por IA puede ser incorrecto." id="377" name="Google Shape;377;p21"/>
          <p:cNvPicPr preferRelativeResize="0"/>
          <p:nvPr/>
        </p:nvPicPr>
        <p:blipFill rotWithShape="1">
          <a:blip r:embed="rId3">
            <a:alphaModFix/>
          </a:blip>
          <a:srcRect b="0" l="0" r="0" t="0"/>
          <a:stretch/>
        </p:blipFill>
        <p:spPr>
          <a:xfrm>
            <a:off x="8251909" y="7110435"/>
            <a:ext cx="2217174" cy="2217174"/>
          </a:xfrm>
          <a:prstGeom prst="rect">
            <a:avLst/>
          </a:prstGeom>
          <a:noFill/>
          <a:ln>
            <a:noFill/>
          </a:ln>
        </p:spPr>
      </p:pic>
      <p:pic>
        <p:nvPicPr>
          <p:cNvPr id="378" name="Google Shape;378;p21"/>
          <p:cNvPicPr preferRelativeResize="0"/>
          <p:nvPr/>
        </p:nvPicPr>
        <p:blipFill rotWithShape="1">
          <a:blip r:embed="rId4">
            <a:alphaModFix/>
          </a:blip>
          <a:srcRect b="0" l="0" r="0" t="0"/>
          <a:stretch/>
        </p:blipFill>
        <p:spPr>
          <a:xfrm>
            <a:off x="11782361" y="9800472"/>
            <a:ext cx="2831006" cy="2831006"/>
          </a:xfrm>
          <a:prstGeom prst="rect">
            <a:avLst/>
          </a:prstGeom>
          <a:noFill/>
          <a:ln>
            <a:noFill/>
          </a:ln>
        </p:spPr>
      </p:pic>
      <p:pic>
        <p:nvPicPr>
          <p:cNvPr id="379" name="Google Shape;379;p21"/>
          <p:cNvPicPr preferRelativeResize="0"/>
          <p:nvPr/>
        </p:nvPicPr>
        <p:blipFill rotWithShape="1">
          <a:blip r:embed="rId5">
            <a:alphaModFix/>
          </a:blip>
          <a:srcRect b="0" l="0" r="0" t="0"/>
          <a:stretch/>
        </p:blipFill>
        <p:spPr>
          <a:xfrm>
            <a:off x="15608244" y="10475035"/>
            <a:ext cx="7358877" cy="198632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3" name="Shape 383"/>
        <p:cNvGrpSpPr/>
        <p:nvPr/>
      </p:nvGrpSpPr>
      <p:grpSpPr>
        <a:xfrm>
          <a:off x="0" y="0"/>
          <a:ext cx="0" cy="0"/>
          <a:chOff x="0" y="0"/>
          <a:chExt cx="0" cy="0"/>
        </a:xfrm>
      </p:grpSpPr>
      <p:sp>
        <p:nvSpPr>
          <p:cNvPr id="384" name="Google Shape;384;p67"/>
          <p:cNvSpPr txBox="1"/>
          <p:nvPr>
            <p:ph type="title"/>
          </p:nvPr>
        </p:nvSpPr>
        <p:spPr>
          <a:xfrm>
            <a:off x="3168503" y="730253"/>
            <a:ext cx="18011554"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8800"/>
              <a:buNone/>
            </a:pPr>
            <a:r>
              <a:rPr lang="es-MX">
                <a:latin typeface="Roboto"/>
                <a:ea typeface="Roboto"/>
                <a:cs typeface="Roboto"/>
                <a:sym typeface="Roboto"/>
              </a:rPr>
              <a:t>GRAFOS</a:t>
            </a:r>
            <a:endParaRPr/>
          </a:p>
        </p:txBody>
      </p:sp>
      <p:sp>
        <p:nvSpPr>
          <p:cNvPr id="385" name="Google Shape;385;p67"/>
          <p:cNvSpPr txBox="1"/>
          <p:nvPr/>
        </p:nvSpPr>
        <p:spPr>
          <a:xfrm>
            <a:off x="361951" y="13144501"/>
            <a:ext cx="23793450" cy="36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s-MX" sz="1800" u="none" cap="none" strike="noStrike">
                <a:solidFill>
                  <a:srgbClr val="000000"/>
                </a:solidFill>
                <a:latin typeface="Lato"/>
                <a:ea typeface="Lato"/>
                <a:cs typeface="Lato"/>
                <a:sym typeface="Lato"/>
              </a:rPr>
              <a:t>© Diseño y Gestión de Bases de Datos con SQL  | Universidad de los Andes </a:t>
            </a:r>
            <a:endParaRPr b="0" i="0" sz="1400" u="none" cap="none" strike="noStrike">
              <a:solidFill>
                <a:srgbClr val="000000"/>
              </a:solidFill>
              <a:latin typeface="Arial"/>
              <a:ea typeface="Arial"/>
              <a:cs typeface="Arial"/>
              <a:sym typeface="Arial"/>
            </a:endParaRPr>
          </a:p>
        </p:txBody>
      </p:sp>
      <p:sp>
        <p:nvSpPr>
          <p:cNvPr id="386" name="Google Shape;386;p67"/>
          <p:cNvSpPr txBox="1"/>
          <p:nvPr>
            <p:ph idx="1" type="body"/>
          </p:nvPr>
        </p:nvSpPr>
        <p:spPr>
          <a:xfrm>
            <a:off x="3168503" y="3782784"/>
            <a:ext cx="18437463" cy="6536873"/>
          </a:xfrm>
          <a:prstGeom prst="rect">
            <a:avLst/>
          </a:prstGeom>
          <a:noFill/>
          <a:ln>
            <a:noFill/>
          </a:ln>
        </p:spPr>
        <p:txBody>
          <a:bodyPr anchorCtr="0" anchor="t" bIns="22850" lIns="45700" spcFirstLastPara="1" rIns="45700" wrap="square" tIns="22850">
            <a:noAutofit/>
          </a:bodyPr>
          <a:lstStyle/>
          <a:p>
            <a:pPr indent="0" lvl="0" marL="114300" rtl="0" algn="just">
              <a:lnSpc>
                <a:spcPct val="90000"/>
              </a:lnSpc>
              <a:spcBef>
                <a:spcPts val="2000"/>
              </a:spcBef>
              <a:spcAft>
                <a:spcPts val="0"/>
              </a:spcAft>
              <a:buSzPts val="4000"/>
              <a:buNone/>
            </a:pPr>
            <a:r>
              <a:rPr b="1" lang="es-MX" sz="4000">
                <a:latin typeface="Lato"/>
                <a:ea typeface="Lato"/>
                <a:cs typeface="Lato"/>
                <a:sym typeface="Lato"/>
              </a:rPr>
              <a:t>Los grafos </a:t>
            </a:r>
            <a:r>
              <a:rPr lang="es-MX" sz="4000">
                <a:latin typeface="Lato"/>
                <a:ea typeface="Lato"/>
                <a:cs typeface="Lato"/>
                <a:sym typeface="Lato"/>
              </a:rPr>
              <a:t>son mapas de conexiones. Se representan como nodos (puntos) y aristas (líneas).</a:t>
            </a:r>
            <a:endParaRPr/>
          </a:p>
          <a:p>
            <a:pPr indent="0" lvl="0" marL="114300" rtl="0" algn="just">
              <a:lnSpc>
                <a:spcPct val="90000"/>
              </a:lnSpc>
              <a:spcBef>
                <a:spcPts val="2000"/>
              </a:spcBef>
              <a:spcAft>
                <a:spcPts val="0"/>
              </a:spcAft>
              <a:buSzPts val="4000"/>
              <a:buNone/>
            </a:pPr>
            <a:r>
              <a:rPr lang="es-MX" sz="4000">
                <a:latin typeface="Lato"/>
                <a:ea typeface="Lato"/>
                <a:cs typeface="Lato"/>
                <a:sym typeface="Lato"/>
              </a:rPr>
              <a:t>Cada punto es una cosa (una persona, un producto, una ciudad) y cada línea muestra cómo se relaciones con otra.</a:t>
            </a:r>
            <a:endParaRPr/>
          </a:p>
        </p:txBody>
      </p:sp>
      <p:pic>
        <p:nvPicPr>
          <p:cNvPr id="387" name="Google Shape;387;p67"/>
          <p:cNvPicPr preferRelativeResize="0"/>
          <p:nvPr/>
        </p:nvPicPr>
        <p:blipFill rotWithShape="1">
          <a:blip r:embed="rId4">
            <a:alphaModFix/>
          </a:blip>
          <a:srcRect b="0" l="-1464" r="-3120" t="0"/>
          <a:stretch/>
        </p:blipFill>
        <p:spPr>
          <a:xfrm>
            <a:off x="20988670" y="10120171"/>
            <a:ext cx="2743199" cy="2622925"/>
          </a:xfrm>
          <a:prstGeom prst="rect">
            <a:avLst/>
          </a:prstGeom>
          <a:noFill/>
          <a:ln>
            <a:noFill/>
          </a:ln>
        </p:spPr>
      </p:pic>
      <p:sp>
        <p:nvSpPr>
          <p:cNvPr id="388" name="Google Shape;388;p67"/>
          <p:cNvSpPr/>
          <p:nvPr/>
        </p:nvSpPr>
        <p:spPr>
          <a:xfrm>
            <a:off x="5337544" y="8038214"/>
            <a:ext cx="1658679" cy="1658679"/>
          </a:xfrm>
          <a:prstGeom prst="ellipse">
            <a:avLst/>
          </a:prstGeom>
          <a:solidFill>
            <a:schemeClr val="accent5"/>
          </a:solidFill>
          <a:ln cap="flat" cmpd="sng" w="57150">
            <a:solidFill>
              <a:srgbClr val="26415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s-MX" sz="3200" u="none" cap="none" strike="noStrike">
                <a:solidFill>
                  <a:schemeClr val="lt1"/>
                </a:solidFill>
                <a:latin typeface="Lato"/>
                <a:ea typeface="Lato"/>
                <a:cs typeface="Lato"/>
                <a:sym typeface="Lato"/>
              </a:rPr>
              <a:t>Ana</a:t>
            </a:r>
            <a:endParaRPr b="0" i="0" sz="1400" u="none" cap="none" strike="noStrike">
              <a:solidFill>
                <a:srgbClr val="000000"/>
              </a:solidFill>
              <a:latin typeface="Arial"/>
              <a:ea typeface="Arial"/>
              <a:cs typeface="Arial"/>
              <a:sym typeface="Arial"/>
            </a:endParaRPr>
          </a:p>
        </p:txBody>
      </p:sp>
      <p:sp>
        <p:nvSpPr>
          <p:cNvPr id="389" name="Google Shape;389;p67"/>
          <p:cNvSpPr/>
          <p:nvPr/>
        </p:nvSpPr>
        <p:spPr>
          <a:xfrm>
            <a:off x="10832881" y="7313759"/>
            <a:ext cx="1851506" cy="1851506"/>
          </a:xfrm>
          <a:prstGeom prst="ellipse">
            <a:avLst/>
          </a:prstGeom>
          <a:solidFill>
            <a:schemeClr val="accent5"/>
          </a:solidFill>
          <a:ln cap="flat" cmpd="sng" w="5715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s-MX" sz="3200" u="none" cap="none" strike="noStrike">
                <a:solidFill>
                  <a:schemeClr val="lt1"/>
                </a:solidFill>
                <a:latin typeface="Lato"/>
                <a:ea typeface="Lato"/>
                <a:cs typeface="Lato"/>
                <a:sym typeface="Lato"/>
              </a:rPr>
              <a:t>Carlos</a:t>
            </a:r>
            <a:endParaRPr b="0" i="0" sz="1400" u="none" cap="none" strike="noStrike">
              <a:solidFill>
                <a:srgbClr val="000000"/>
              </a:solidFill>
              <a:latin typeface="Arial"/>
              <a:ea typeface="Arial"/>
              <a:cs typeface="Arial"/>
              <a:sym typeface="Arial"/>
            </a:endParaRPr>
          </a:p>
        </p:txBody>
      </p:sp>
      <p:cxnSp>
        <p:nvCxnSpPr>
          <p:cNvPr id="390" name="Google Shape;390;p67"/>
          <p:cNvCxnSpPr>
            <a:stCxn id="388" idx="6"/>
            <a:endCxn id="389" idx="2"/>
          </p:cNvCxnSpPr>
          <p:nvPr/>
        </p:nvCxnSpPr>
        <p:spPr>
          <a:xfrm flipH="1" rot="10800000">
            <a:off x="6996223" y="8239654"/>
            <a:ext cx="3836700" cy="627900"/>
          </a:xfrm>
          <a:prstGeom prst="straightConnector1">
            <a:avLst/>
          </a:prstGeom>
          <a:noFill/>
          <a:ln cap="flat" cmpd="sng" w="57150">
            <a:solidFill>
              <a:schemeClr val="dk1"/>
            </a:solidFill>
            <a:prstDash val="solid"/>
            <a:round/>
            <a:headEnd len="sm" w="sm" type="none"/>
            <a:tailEnd len="med" w="med" type="triangle"/>
          </a:ln>
        </p:spPr>
      </p:cxnSp>
      <p:sp>
        <p:nvSpPr>
          <p:cNvPr id="391" name="Google Shape;391;p67"/>
          <p:cNvSpPr txBox="1"/>
          <p:nvPr/>
        </p:nvSpPr>
        <p:spPr>
          <a:xfrm rot="-597115">
            <a:off x="7967531" y="8001331"/>
            <a:ext cx="225410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rgbClr val="000000"/>
                </a:solidFill>
                <a:latin typeface="Lato"/>
                <a:ea typeface="Lato"/>
                <a:cs typeface="Lato"/>
                <a:sym typeface="Lato"/>
              </a:rPr>
              <a:t>Es amiga de</a:t>
            </a:r>
            <a:endParaRPr b="0" i="0" sz="1400" u="none" cap="none" strike="noStrike">
              <a:solidFill>
                <a:srgbClr val="000000"/>
              </a:solidFill>
              <a:latin typeface="Arial"/>
              <a:ea typeface="Arial"/>
              <a:cs typeface="Arial"/>
              <a:sym typeface="Arial"/>
            </a:endParaRPr>
          </a:p>
        </p:txBody>
      </p:sp>
      <p:sp>
        <p:nvSpPr>
          <p:cNvPr id="392" name="Google Shape;392;p67"/>
          <p:cNvSpPr/>
          <p:nvPr/>
        </p:nvSpPr>
        <p:spPr>
          <a:xfrm>
            <a:off x="15814159" y="7788349"/>
            <a:ext cx="2622924" cy="2622924"/>
          </a:xfrm>
          <a:prstGeom prst="ellipse">
            <a:avLst/>
          </a:prstGeom>
          <a:solidFill>
            <a:srgbClr val="FF0066"/>
          </a:solidFill>
          <a:ln cap="flat" cmpd="sng" w="5715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s-MX" sz="3200" u="none" cap="none" strike="noStrike">
                <a:solidFill>
                  <a:schemeClr val="lt1"/>
                </a:solidFill>
                <a:latin typeface="Lato"/>
                <a:ea typeface="Lato"/>
                <a:cs typeface="Lato"/>
                <a:sym typeface="Lato"/>
              </a:rPr>
              <a:t>Empresa X</a:t>
            </a:r>
            <a:endParaRPr b="0" i="0" sz="1400" u="none" cap="none" strike="noStrike">
              <a:solidFill>
                <a:srgbClr val="000000"/>
              </a:solidFill>
              <a:latin typeface="Arial"/>
              <a:ea typeface="Arial"/>
              <a:cs typeface="Arial"/>
              <a:sym typeface="Arial"/>
            </a:endParaRPr>
          </a:p>
        </p:txBody>
      </p:sp>
      <p:cxnSp>
        <p:nvCxnSpPr>
          <p:cNvPr id="393" name="Google Shape;393;p67"/>
          <p:cNvCxnSpPr>
            <a:stCxn id="389" idx="6"/>
            <a:endCxn id="392" idx="2"/>
          </p:cNvCxnSpPr>
          <p:nvPr/>
        </p:nvCxnSpPr>
        <p:spPr>
          <a:xfrm>
            <a:off x="12684387" y="8239512"/>
            <a:ext cx="3129900" cy="860400"/>
          </a:xfrm>
          <a:prstGeom prst="straightConnector1">
            <a:avLst/>
          </a:prstGeom>
          <a:noFill/>
          <a:ln cap="flat" cmpd="sng" w="57150">
            <a:solidFill>
              <a:schemeClr val="dk1"/>
            </a:solidFill>
            <a:prstDash val="solid"/>
            <a:round/>
            <a:headEnd len="sm" w="sm" type="none"/>
            <a:tailEnd len="med" w="med" type="triangle"/>
          </a:ln>
        </p:spPr>
      </p:cxnSp>
      <p:sp>
        <p:nvSpPr>
          <p:cNvPr id="394" name="Google Shape;394;p67"/>
          <p:cNvSpPr txBox="1"/>
          <p:nvPr/>
        </p:nvSpPr>
        <p:spPr>
          <a:xfrm rot="975698">
            <a:off x="13219488" y="7986419"/>
            <a:ext cx="225410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rgbClr val="000000"/>
                </a:solidFill>
                <a:latin typeface="Lato"/>
                <a:ea typeface="Lato"/>
                <a:cs typeface="Lato"/>
                <a:sym typeface="Lato"/>
              </a:rPr>
              <a:t>Trabaja en</a:t>
            </a:r>
            <a:endParaRPr b="0" i="0" sz="1400" u="none" cap="none" strike="noStrike">
              <a:solidFill>
                <a:srgbClr val="000000"/>
              </a:solidFill>
              <a:latin typeface="Arial"/>
              <a:ea typeface="Arial"/>
              <a:cs typeface="Arial"/>
              <a:sym typeface="Arial"/>
            </a:endParaRPr>
          </a:p>
        </p:txBody>
      </p:sp>
      <p:sp>
        <p:nvSpPr>
          <p:cNvPr id="395" name="Google Shape;395;p67"/>
          <p:cNvSpPr/>
          <p:nvPr/>
        </p:nvSpPr>
        <p:spPr>
          <a:xfrm>
            <a:off x="8405138" y="10319657"/>
            <a:ext cx="2172386" cy="2172386"/>
          </a:xfrm>
          <a:prstGeom prst="ellipse">
            <a:avLst/>
          </a:prstGeom>
          <a:solidFill>
            <a:schemeClr val="accent6"/>
          </a:solidFill>
          <a:ln cap="flat" cmpd="sng" w="5715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s-MX" sz="3200" u="none" cap="none" strike="noStrike">
                <a:solidFill>
                  <a:schemeClr val="lt1"/>
                </a:solidFill>
                <a:latin typeface="Lato"/>
                <a:ea typeface="Lato"/>
                <a:cs typeface="Lato"/>
                <a:sym typeface="Lato"/>
              </a:rPr>
              <a:t>Laptop</a:t>
            </a:r>
            <a:endParaRPr b="0" i="0" sz="1400" u="none" cap="none" strike="noStrike">
              <a:solidFill>
                <a:srgbClr val="000000"/>
              </a:solidFill>
              <a:latin typeface="Arial"/>
              <a:ea typeface="Arial"/>
              <a:cs typeface="Arial"/>
              <a:sym typeface="Arial"/>
            </a:endParaRPr>
          </a:p>
        </p:txBody>
      </p:sp>
      <p:cxnSp>
        <p:nvCxnSpPr>
          <p:cNvPr id="396" name="Google Shape;396;p67"/>
          <p:cNvCxnSpPr>
            <a:stCxn id="388" idx="4"/>
            <a:endCxn id="395" idx="2"/>
          </p:cNvCxnSpPr>
          <p:nvPr/>
        </p:nvCxnSpPr>
        <p:spPr>
          <a:xfrm>
            <a:off x="6166883" y="9696893"/>
            <a:ext cx="2238300" cy="1709100"/>
          </a:xfrm>
          <a:prstGeom prst="straightConnector1">
            <a:avLst/>
          </a:prstGeom>
          <a:noFill/>
          <a:ln cap="flat" cmpd="sng" w="57150">
            <a:solidFill>
              <a:schemeClr val="dk1"/>
            </a:solidFill>
            <a:prstDash val="solid"/>
            <a:round/>
            <a:headEnd len="sm" w="sm" type="none"/>
            <a:tailEnd len="med" w="med" type="triangle"/>
          </a:ln>
        </p:spPr>
      </p:cxnSp>
      <p:sp>
        <p:nvSpPr>
          <p:cNvPr id="397" name="Google Shape;397;p67"/>
          <p:cNvSpPr txBox="1"/>
          <p:nvPr/>
        </p:nvSpPr>
        <p:spPr>
          <a:xfrm rot="2242205">
            <a:off x="6444901" y="10058046"/>
            <a:ext cx="225410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rgbClr val="000000"/>
                </a:solidFill>
                <a:latin typeface="Lato"/>
                <a:ea typeface="Lato"/>
                <a:cs typeface="Lato"/>
                <a:sym typeface="Lato"/>
              </a:rPr>
              <a:t>Compró una</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500"/>
                                        <p:tgtEl>
                                          <p:spTgt spid="3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500"/>
                                        <p:tgtEl>
                                          <p:spTgt spid="388"/>
                                        </p:tgtEl>
                                      </p:cBhvr>
                                    </p:animEffect>
                                  </p:childTnLst>
                                </p:cTn>
                              </p:par>
                              <p:par>
                                <p:cTn fill="hold" nodeType="with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500"/>
                                        <p:tgtEl>
                                          <p:spTgt spid="389"/>
                                        </p:tgtEl>
                                      </p:cBhvr>
                                    </p:animEffect>
                                  </p:childTnLst>
                                </p:cTn>
                              </p:par>
                              <p:par>
                                <p:cTn fill="hold" nodeType="with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500"/>
                                        <p:tgtEl>
                                          <p:spTgt spid="392"/>
                                        </p:tgtEl>
                                      </p:cBhvr>
                                    </p:animEffect>
                                  </p:childTnLst>
                                </p:cTn>
                              </p:par>
                              <p:par>
                                <p:cTn fill="hold" nodeType="with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500"/>
                                        <p:tgtEl>
                                          <p:spTgt spid="3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500"/>
                                        <p:tgtEl>
                                          <p:spTgt spid="390"/>
                                        </p:tgtEl>
                                      </p:cBhvr>
                                    </p:animEffect>
                                  </p:childTnLst>
                                </p:cTn>
                              </p:par>
                              <p:par>
                                <p:cTn fill="hold" nodeType="with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500"/>
                                        <p:tgtEl>
                                          <p:spTgt spid="3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500"/>
                                        <p:tgtEl>
                                          <p:spTgt spid="393"/>
                                        </p:tgtEl>
                                      </p:cBhvr>
                                    </p:animEffect>
                                  </p:childTnLst>
                                </p:cTn>
                              </p:par>
                              <p:par>
                                <p:cTn fill="hold" nodeType="with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500"/>
                                        <p:tgtEl>
                                          <p:spTgt spid="3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500"/>
                                        <p:tgtEl>
                                          <p:spTgt spid="396"/>
                                        </p:tgtEl>
                                      </p:cBhvr>
                                    </p:animEffect>
                                  </p:childTnLst>
                                </p:cTn>
                              </p:par>
                              <p:par>
                                <p:cTn fill="hold" nodeType="with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500"/>
                                        <p:tgtEl>
                                          <p:spTgt spid="3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1" name="Shape 401"/>
        <p:cNvGrpSpPr/>
        <p:nvPr/>
      </p:nvGrpSpPr>
      <p:grpSpPr>
        <a:xfrm>
          <a:off x="0" y="0"/>
          <a:ext cx="0" cy="0"/>
          <a:chOff x="0" y="0"/>
          <a:chExt cx="0" cy="0"/>
        </a:xfrm>
      </p:grpSpPr>
      <p:sp>
        <p:nvSpPr>
          <p:cNvPr id="402" name="Google Shape;402;p68"/>
          <p:cNvSpPr txBox="1"/>
          <p:nvPr>
            <p:ph type="title"/>
          </p:nvPr>
        </p:nvSpPr>
        <p:spPr>
          <a:xfrm>
            <a:off x="3168503" y="730253"/>
            <a:ext cx="18011554"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8800"/>
              <a:buNone/>
            </a:pPr>
            <a:r>
              <a:rPr lang="es-MX">
                <a:latin typeface="Roboto"/>
                <a:ea typeface="Roboto"/>
                <a:cs typeface="Roboto"/>
                <a:sym typeface="Roboto"/>
              </a:rPr>
              <a:t>GRAFOS</a:t>
            </a:r>
            <a:endParaRPr/>
          </a:p>
        </p:txBody>
      </p:sp>
      <p:sp>
        <p:nvSpPr>
          <p:cNvPr id="403" name="Google Shape;403;p68"/>
          <p:cNvSpPr txBox="1"/>
          <p:nvPr/>
        </p:nvSpPr>
        <p:spPr>
          <a:xfrm>
            <a:off x="361951" y="13144501"/>
            <a:ext cx="23793450" cy="36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s-MX" sz="1800" u="none" cap="none" strike="noStrike">
                <a:solidFill>
                  <a:srgbClr val="000000"/>
                </a:solidFill>
                <a:latin typeface="Lato"/>
                <a:ea typeface="Lato"/>
                <a:cs typeface="Lato"/>
                <a:sym typeface="Lato"/>
              </a:rPr>
              <a:t>© Diseño y Gestión de Bases de Datos con SQL  | Universidad de los Andes </a:t>
            </a:r>
            <a:endParaRPr b="0" i="0" sz="1400" u="none" cap="none" strike="noStrike">
              <a:solidFill>
                <a:srgbClr val="000000"/>
              </a:solidFill>
              <a:latin typeface="Arial"/>
              <a:ea typeface="Arial"/>
              <a:cs typeface="Arial"/>
              <a:sym typeface="Arial"/>
            </a:endParaRPr>
          </a:p>
        </p:txBody>
      </p:sp>
      <p:sp>
        <p:nvSpPr>
          <p:cNvPr id="404" name="Google Shape;404;p68"/>
          <p:cNvSpPr txBox="1"/>
          <p:nvPr>
            <p:ph idx="1" type="body"/>
          </p:nvPr>
        </p:nvSpPr>
        <p:spPr>
          <a:xfrm>
            <a:off x="3168503" y="3782785"/>
            <a:ext cx="18437463" cy="2915728"/>
          </a:xfrm>
          <a:prstGeom prst="rect">
            <a:avLst/>
          </a:prstGeom>
          <a:noFill/>
          <a:ln>
            <a:noFill/>
          </a:ln>
        </p:spPr>
        <p:txBody>
          <a:bodyPr anchorCtr="0" anchor="t" bIns="22850" lIns="45700" spcFirstLastPara="1" rIns="45700" wrap="square" tIns="22850">
            <a:noAutofit/>
          </a:bodyPr>
          <a:lstStyle/>
          <a:p>
            <a:pPr indent="0" lvl="0" marL="114300" rtl="0" algn="just">
              <a:lnSpc>
                <a:spcPct val="90000"/>
              </a:lnSpc>
              <a:spcBef>
                <a:spcPts val="2000"/>
              </a:spcBef>
              <a:spcAft>
                <a:spcPts val="0"/>
              </a:spcAft>
              <a:buSzPts val="4000"/>
              <a:buNone/>
            </a:pPr>
            <a:r>
              <a:rPr b="1" lang="es-MX" sz="4000">
                <a:latin typeface="Lato"/>
                <a:ea typeface="Lato"/>
                <a:cs typeface="Lato"/>
                <a:sym typeface="Lato"/>
              </a:rPr>
              <a:t>Los grafos </a:t>
            </a:r>
            <a:r>
              <a:rPr lang="es-MX" sz="4000">
                <a:latin typeface="Lato"/>
                <a:ea typeface="Lato"/>
                <a:cs typeface="Lato"/>
                <a:sym typeface="Lato"/>
              </a:rPr>
              <a:t>son mapas de conexiones. Se representan como nodos (puntos) y aristas (líneas).</a:t>
            </a:r>
            <a:endParaRPr/>
          </a:p>
          <a:p>
            <a:pPr indent="0" lvl="0" marL="114300" rtl="0" algn="just">
              <a:lnSpc>
                <a:spcPct val="90000"/>
              </a:lnSpc>
              <a:spcBef>
                <a:spcPts val="2000"/>
              </a:spcBef>
              <a:spcAft>
                <a:spcPts val="0"/>
              </a:spcAft>
              <a:buSzPts val="4000"/>
              <a:buNone/>
            </a:pPr>
            <a:r>
              <a:rPr lang="es-MX" sz="4000">
                <a:latin typeface="Lato"/>
                <a:ea typeface="Lato"/>
                <a:cs typeface="Lato"/>
                <a:sym typeface="Lato"/>
              </a:rPr>
              <a:t>Cada punto es una cosa (una persona, un producto, una ciudad) y cada línea muestra cómo se relaciones con otra.</a:t>
            </a:r>
            <a:endParaRPr/>
          </a:p>
        </p:txBody>
      </p:sp>
      <p:pic>
        <p:nvPicPr>
          <p:cNvPr id="405" name="Google Shape;405;p68"/>
          <p:cNvPicPr preferRelativeResize="0"/>
          <p:nvPr/>
        </p:nvPicPr>
        <p:blipFill rotWithShape="1">
          <a:blip r:embed="rId4">
            <a:alphaModFix/>
          </a:blip>
          <a:srcRect b="0" l="-1464" r="-3120" t="0"/>
          <a:stretch/>
        </p:blipFill>
        <p:spPr>
          <a:xfrm>
            <a:off x="20988670" y="10120171"/>
            <a:ext cx="2743199" cy="2622925"/>
          </a:xfrm>
          <a:prstGeom prst="rect">
            <a:avLst/>
          </a:prstGeom>
          <a:noFill/>
          <a:ln>
            <a:noFill/>
          </a:ln>
        </p:spPr>
      </p:pic>
      <p:sp>
        <p:nvSpPr>
          <p:cNvPr id="406" name="Google Shape;406;p68"/>
          <p:cNvSpPr txBox="1"/>
          <p:nvPr/>
        </p:nvSpPr>
        <p:spPr>
          <a:xfrm>
            <a:off x="3168502" y="7099917"/>
            <a:ext cx="18437463" cy="4319449"/>
          </a:xfrm>
          <a:prstGeom prst="rect">
            <a:avLst/>
          </a:prstGeom>
          <a:noFill/>
          <a:ln>
            <a:noFill/>
          </a:ln>
        </p:spPr>
        <p:txBody>
          <a:bodyPr anchorCtr="0" anchor="t" bIns="22850" lIns="45700" spcFirstLastPara="1" rIns="45700" wrap="square" tIns="22850">
            <a:noAutofit/>
          </a:bodyPr>
          <a:lstStyle/>
          <a:p>
            <a:pPr indent="0" lvl="0" marL="114300" marR="0" rtl="0" algn="just">
              <a:lnSpc>
                <a:spcPct val="90000"/>
              </a:lnSpc>
              <a:spcBef>
                <a:spcPts val="2000"/>
              </a:spcBef>
              <a:spcAft>
                <a:spcPts val="0"/>
              </a:spcAft>
              <a:buClr>
                <a:schemeClr val="dk1"/>
              </a:buClr>
              <a:buSzPts val="4000"/>
              <a:buFont typeface="Arial"/>
              <a:buNone/>
            </a:pPr>
            <a:r>
              <a:rPr b="1" i="0" lang="es-MX" sz="4000" u="none" cap="none" strike="noStrike">
                <a:solidFill>
                  <a:schemeClr val="dk1"/>
                </a:solidFill>
                <a:latin typeface="Lato"/>
                <a:ea typeface="Lato"/>
                <a:cs typeface="Lato"/>
                <a:sym typeface="Lato"/>
              </a:rPr>
              <a:t>¿Para qué se usan?</a:t>
            </a:r>
            <a:endParaRPr b="0" i="0" sz="1400" u="none" cap="none" strike="noStrike">
              <a:solidFill>
                <a:srgbClr val="000000"/>
              </a:solidFill>
              <a:latin typeface="Arial"/>
              <a:ea typeface="Arial"/>
              <a:cs typeface="Arial"/>
              <a:sym typeface="Arial"/>
            </a:endParaRPr>
          </a:p>
          <a:p>
            <a:pPr indent="-342900" lvl="0" marL="457200" marR="0" rtl="0" algn="just">
              <a:lnSpc>
                <a:spcPct val="90000"/>
              </a:lnSpc>
              <a:spcBef>
                <a:spcPts val="2000"/>
              </a:spcBef>
              <a:spcAft>
                <a:spcPts val="0"/>
              </a:spcAft>
              <a:buClr>
                <a:schemeClr val="dk1"/>
              </a:buClr>
              <a:buSzPts val="4000"/>
              <a:buFont typeface="Arial"/>
              <a:buChar char="•"/>
            </a:pPr>
            <a:r>
              <a:rPr b="0" i="0" lang="es-MX" sz="4000" u="none" cap="none" strike="noStrike">
                <a:solidFill>
                  <a:schemeClr val="dk1"/>
                </a:solidFill>
                <a:latin typeface="Lato"/>
                <a:ea typeface="Lato"/>
                <a:cs typeface="Lato"/>
                <a:sym typeface="Lato"/>
              </a:rPr>
              <a:t>Redes sociales (amigos de amigos)</a:t>
            </a:r>
            <a:endParaRPr b="0" i="0" sz="1400" u="none" cap="none" strike="noStrike">
              <a:solidFill>
                <a:srgbClr val="000000"/>
              </a:solidFill>
              <a:latin typeface="Arial"/>
              <a:ea typeface="Arial"/>
              <a:cs typeface="Arial"/>
              <a:sym typeface="Arial"/>
            </a:endParaRPr>
          </a:p>
          <a:p>
            <a:pPr indent="-342900" lvl="0" marL="457200" marR="0" rtl="0" algn="just">
              <a:lnSpc>
                <a:spcPct val="90000"/>
              </a:lnSpc>
              <a:spcBef>
                <a:spcPts val="2000"/>
              </a:spcBef>
              <a:spcAft>
                <a:spcPts val="0"/>
              </a:spcAft>
              <a:buClr>
                <a:schemeClr val="dk1"/>
              </a:buClr>
              <a:buSzPts val="4000"/>
              <a:buFont typeface="Arial"/>
              <a:buChar char="•"/>
            </a:pPr>
            <a:r>
              <a:rPr b="0" i="0" lang="es-MX" sz="4000" u="none" cap="none" strike="noStrike">
                <a:solidFill>
                  <a:schemeClr val="dk1"/>
                </a:solidFill>
                <a:latin typeface="Lato"/>
                <a:ea typeface="Lato"/>
                <a:cs typeface="Lato"/>
                <a:sym typeface="Lato"/>
              </a:rPr>
              <a:t>Mapas y rutas (el camino más corto)</a:t>
            </a:r>
            <a:endParaRPr b="0" i="0" sz="1400" u="none" cap="none" strike="noStrike">
              <a:solidFill>
                <a:srgbClr val="000000"/>
              </a:solidFill>
              <a:latin typeface="Arial"/>
              <a:ea typeface="Arial"/>
              <a:cs typeface="Arial"/>
              <a:sym typeface="Arial"/>
            </a:endParaRPr>
          </a:p>
          <a:p>
            <a:pPr indent="-342900" lvl="0" marL="457200" marR="0" rtl="0" algn="just">
              <a:lnSpc>
                <a:spcPct val="90000"/>
              </a:lnSpc>
              <a:spcBef>
                <a:spcPts val="2000"/>
              </a:spcBef>
              <a:spcAft>
                <a:spcPts val="0"/>
              </a:spcAft>
              <a:buClr>
                <a:schemeClr val="dk1"/>
              </a:buClr>
              <a:buSzPts val="4000"/>
              <a:buFont typeface="Arial"/>
              <a:buChar char="•"/>
            </a:pPr>
            <a:r>
              <a:rPr b="0" i="0" lang="es-MX" sz="4000" u="none" cap="none" strike="noStrike">
                <a:solidFill>
                  <a:schemeClr val="dk1"/>
                </a:solidFill>
                <a:latin typeface="Lato"/>
                <a:ea typeface="Lato"/>
                <a:cs typeface="Lato"/>
                <a:sym typeface="Lato"/>
              </a:rPr>
              <a:t>Recomendaciones (“quien vio esta serie también vio…”)</a:t>
            </a:r>
            <a:endParaRPr b="0" i="0" sz="1400" u="none" cap="none" strike="noStrike">
              <a:solidFill>
                <a:srgbClr val="000000"/>
              </a:solidFill>
              <a:latin typeface="Arial"/>
              <a:ea typeface="Arial"/>
              <a:cs typeface="Arial"/>
              <a:sym typeface="Arial"/>
            </a:endParaRPr>
          </a:p>
          <a:p>
            <a:pPr indent="-342900" lvl="0" marL="457200" marR="0" rtl="0" algn="just">
              <a:lnSpc>
                <a:spcPct val="90000"/>
              </a:lnSpc>
              <a:spcBef>
                <a:spcPts val="2000"/>
              </a:spcBef>
              <a:spcAft>
                <a:spcPts val="0"/>
              </a:spcAft>
              <a:buClr>
                <a:schemeClr val="dk1"/>
              </a:buClr>
              <a:buSzPts val="4000"/>
              <a:buFont typeface="Arial"/>
              <a:buChar char="•"/>
            </a:pPr>
            <a:r>
              <a:rPr b="0" i="0" lang="es-MX" sz="4000" u="none" cap="none" strike="noStrike">
                <a:solidFill>
                  <a:schemeClr val="dk1"/>
                </a:solidFill>
                <a:latin typeface="Lato"/>
                <a:ea typeface="Lato"/>
                <a:cs typeface="Lato"/>
                <a:sym typeface="Lato"/>
              </a:rPr>
              <a:t>Detectar fraudes (redes sospechosas de transacciones)</a:t>
            </a:r>
            <a:endParaRPr b="0" i="0" sz="1400" u="none" cap="none" strike="noStrike">
              <a:solidFill>
                <a:srgbClr val="000000"/>
              </a:solidFill>
              <a:latin typeface="Arial"/>
              <a:ea typeface="Arial"/>
              <a:cs typeface="Arial"/>
              <a:sym typeface="Arial"/>
            </a:endParaRPr>
          </a:p>
        </p:txBody>
      </p:sp>
      <p:pic>
        <p:nvPicPr>
          <p:cNvPr descr="Neo4j - Wikipedia, la enciclopedia libre" id="407" name="Google Shape;407;p68"/>
          <p:cNvPicPr preferRelativeResize="0"/>
          <p:nvPr/>
        </p:nvPicPr>
        <p:blipFill rotWithShape="1">
          <a:blip r:embed="rId5">
            <a:alphaModFix/>
          </a:blip>
          <a:srcRect b="0" l="0" r="0" t="0"/>
          <a:stretch/>
        </p:blipFill>
        <p:spPr>
          <a:xfrm>
            <a:off x="18783300" y="1464992"/>
            <a:ext cx="4058771" cy="1523256"/>
          </a:xfrm>
          <a:prstGeom prst="rect">
            <a:avLst/>
          </a:prstGeom>
          <a:noFill/>
          <a:ln>
            <a:noFill/>
          </a:ln>
        </p:spPr>
      </p:pic>
      <p:pic>
        <p:nvPicPr>
          <p:cNvPr descr="AWS Neptune - Build Interactive Graph Applications | AllCode" id="408" name="Google Shape;408;p68"/>
          <p:cNvPicPr preferRelativeResize="0"/>
          <p:nvPr/>
        </p:nvPicPr>
        <p:blipFill rotWithShape="1">
          <a:blip r:embed="rId6">
            <a:alphaModFix/>
          </a:blip>
          <a:srcRect b="23217" l="8502" r="19945" t="12263"/>
          <a:stretch/>
        </p:blipFill>
        <p:spPr>
          <a:xfrm>
            <a:off x="14089155" y="926818"/>
            <a:ext cx="4324351" cy="22579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0" st="0"/>
                                            </p:txEl>
                                          </p:spTgt>
                                        </p:tgtEl>
                                        <p:attrNameLst>
                                          <p:attrName>style.visibility</p:attrName>
                                        </p:attrNameLst>
                                      </p:cBhvr>
                                      <p:to>
                                        <p:strVal val="visible"/>
                                      </p:to>
                                    </p:set>
                                    <p:animEffect filter="fade" transition="in">
                                      <p:cBhvr>
                                        <p:cTn dur="500"/>
                                        <p:tgtEl>
                                          <p:spTgt spid="4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1" st="1"/>
                                            </p:txEl>
                                          </p:spTgt>
                                        </p:tgtEl>
                                        <p:attrNameLst>
                                          <p:attrName>style.visibility</p:attrName>
                                        </p:attrNameLst>
                                      </p:cBhvr>
                                      <p:to>
                                        <p:strVal val="visible"/>
                                      </p:to>
                                    </p:set>
                                    <p:animEffect filter="fade" transition="in">
                                      <p:cBhvr>
                                        <p:cTn dur="500"/>
                                        <p:tgtEl>
                                          <p:spTgt spid="4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2" st="2"/>
                                            </p:txEl>
                                          </p:spTgt>
                                        </p:tgtEl>
                                        <p:attrNameLst>
                                          <p:attrName>style.visibility</p:attrName>
                                        </p:attrNameLst>
                                      </p:cBhvr>
                                      <p:to>
                                        <p:strVal val="visible"/>
                                      </p:to>
                                    </p:set>
                                    <p:animEffect filter="fade" transition="in">
                                      <p:cBhvr>
                                        <p:cTn dur="500"/>
                                        <p:tgtEl>
                                          <p:spTgt spid="4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3" st="3"/>
                                            </p:txEl>
                                          </p:spTgt>
                                        </p:tgtEl>
                                        <p:attrNameLst>
                                          <p:attrName>style.visibility</p:attrName>
                                        </p:attrNameLst>
                                      </p:cBhvr>
                                      <p:to>
                                        <p:strVal val="visible"/>
                                      </p:to>
                                    </p:set>
                                    <p:animEffect filter="fade" transition="in">
                                      <p:cBhvr>
                                        <p:cTn dur="500"/>
                                        <p:tgtEl>
                                          <p:spTgt spid="40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4" st="4"/>
                                            </p:txEl>
                                          </p:spTgt>
                                        </p:tgtEl>
                                        <p:attrNameLst>
                                          <p:attrName>style.visibility</p:attrName>
                                        </p:attrNameLst>
                                      </p:cBhvr>
                                      <p:to>
                                        <p:strVal val="visible"/>
                                      </p:to>
                                    </p:set>
                                    <p:animEffect filter="fade" transition="in">
                                      <p:cBhvr>
                                        <p:cTn dur="500"/>
                                        <p:tgtEl>
                                          <p:spTgt spid="40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500"/>
                                        <p:tgtEl>
                                          <p:spTgt spid="4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500"/>
                                        <p:tgtEl>
                                          <p:spTgt spid="4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2" name="Shape 412"/>
        <p:cNvGrpSpPr/>
        <p:nvPr/>
      </p:nvGrpSpPr>
      <p:grpSpPr>
        <a:xfrm>
          <a:off x="0" y="0"/>
          <a:ext cx="0" cy="0"/>
          <a:chOff x="0" y="0"/>
          <a:chExt cx="0" cy="0"/>
        </a:xfrm>
      </p:grpSpPr>
      <p:sp>
        <p:nvSpPr>
          <p:cNvPr id="413" name="Google Shape;413;p8"/>
          <p:cNvSpPr/>
          <p:nvPr/>
        </p:nvSpPr>
        <p:spPr>
          <a:xfrm>
            <a:off x="0" y="0"/>
            <a:ext cx="10434221" cy="13716000"/>
          </a:xfrm>
          <a:prstGeom prst="rect">
            <a:avLst/>
          </a:prstGeom>
          <a:solidFill>
            <a:srgbClr val="FFFFFF">
              <a:alpha val="6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4" name="Google Shape;414;p8"/>
          <p:cNvSpPr txBox="1"/>
          <p:nvPr/>
        </p:nvSpPr>
        <p:spPr>
          <a:xfrm>
            <a:off x="25655451" y="17112343"/>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5" name="Google Shape;415;p8"/>
          <p:cNvSpPr txBox="1"/>
          <p:nvPr/>
        </p:nvSpPr>
        <p:spPr>
          <a:xfrm>
            <a:off x="24453669" y="17843863"/>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6" name="Google Shape;416;p8"/>
          <p:cNvSpPr txBox="1"/>
          <p:nvPr/>
        </p:nvSpPr>
        <p:spPr>
          <a:xfrm>
            <a:off x="12348758" y="635070"/>
            <a:ext cx="11263423"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Roboto"/>
              <a:buNone/>
            </a:pPr>
            <a:r>
              <a:rPr b="1" i="0" lang="es-MX" sz="7200" u="none" cap="none" strike="noStrike">
                <a:solidFill>
                  <a:srgbClr val="000000"/>
                </a:solidFill>
                <a:latin typeface="Roboto"/>
                <a:ea typeface="Roboto"/>
                <a:cs typeface="Roboto"/>
                <a:sym typeface="Roboto"/>
              </a:rPr>
              <a:t>Pregunta 1</a:t>
            </a:r>
            <a:endParaRPr b="1" i="0" sz="7200" u="none" cap="none" strike="noStrike">
              <a:solidFill>
                <a:srgbClr val="000000"/>
              </a:solidFill>
              <a:latin typeface="Roboto"/>
              <a:ea typeface="Roboto"/>
              <a:cs typeface="Roboto"/>
              <a:sym typeface="Roboto"/>
            </a:endParaRPr>
          </a:p>
        </p:txBody>
      </p:sp>
      <p:grpSp>
        <p:nvGrpSpPr>
          <p:cNvPr id="417" name="Google Shape;417;p8"/>
          <p:cNvGrpSpPr/>
          <p:nvPr/>
        </p:nvGrpSpPr>
        <p:grpSpPr>
          <a:xfrm>
            <a:off x="21922690" y="10842237"/>
            <a:ext cx="1720574" cy="1959113"/>
            <a:chOff x="21922690" y="11086899"/>
            <a:chExt cx="1720574" cy="1959113"/>
          </a:xfrm>
        </p:grpSpPr>
        <p:sp>
          <p:nvSpPr>
            <p:cNvPr id="418" name="Google Shape;418;p8"/>
            <p:cNvSpPr/>
            <p:nvPr/>
          </p:nvSpPr>
          <p:spPr>
            <a:xfrm>
              <a:off x="21922690" y="11356360"/>
              <a:ext cx="1689652" cy="1689652"/>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419" name="Google Shape;419;p8"/>
            <p:cNvPicPr preferRelativeResize="0"/>
            <p:nvPr/>
          </p:nvPicPr>
          <p:blipFill rotWithShape="1">
            <a:blip r:embed="rId4">
              <a:alphaModFix/>
            </a:blip>
            <a:srcRect b="0" l="0" r="0" t="0"/>
            <a:stretch/>
          </p:blipFill>
          <p:spPr>
            <a:xfrm>
              <a:off x="21922690" y="11086899"/>
              <a:ext cx="1720574" cy="1720574"/>
            </a:xfrm>
            <a:prstGeom prst="rect">
              <a:avLst/>
            </a:prstGeom>
            <a:noFill/>
            <a:ln>
              <a:noFill/>
            </a:ln>
          </p:spPr>
        </p:pic>
      </p:grpSp>
      <p:sp>
        <p:nvSpPr>
          <p:cNvPr id="420" name="Google Shape;420;p8"/>
          <p:cNvSpPr txBox="1"/>
          <p:nvPr>
            <p:ph idx="1" type="body"/>
          </p:nvPr>
        </p:nvSpPr>
        <p:spPr>
          <a:xfrm>
            <a:off x="11645042" y="2288937"/>
            <a:ext cx="11967300" cy="8553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lang="es-MX" sz="4400">
                <a:latin typeface="Lato"/>
                <a:ea typeface="Lato"/>
                <a:cs typeface="Lato"/>
                <a:sym typeface="Lato"/>
              </a:rPr>
              <a:t>CONTEXTO: En un nuevo </a:t>
            </a:r>
            <a:r>
              <a:rPr b="1" lang="es-MX" sz="4400">
                <a:latin typeface="Lato"/>
                <a:ea typeface="Lato"/>
                <a:cs typeface="Lato"/>
                <a:sym typeface="Lato"/>
              </a:rPr>
              <a:t>comercio electrónico </a:t>
            </a:r>
            <a:r>
              <a:rPr lang="es-MX" sz="4400">
                <a:latin typeface="Lato"/>
                <a:ea typeface="Lato"/>
                <a:cs typeface="Lato"/>
                <a:sym typeface="Lato"/>
              </a:rPr>
              <a:t>quieres vender productos muy diversos: libros, ropa, electrónica, comida…</a:t>
            </a:r>
            <a:br>
              <a:rPr lang="es-MX" sz="4400">
                <a:latin typeface="Lato"/>
                <a:ea typeface="Lato"/>
                <a:cs typeface="Lato"/>
                <a:sym typeface="Lato"/>
              </a:rPr>
            </a:br>
            <a:endParaRPr sz="4400">
              <a:latin typeface="Lato"/>
              <a:ea typeface="Lato"/>
              <a:cs typeface="Lato"/>
              <a:sym typeface="Lato"/>
            </a:endParaRPr>
          </a:p>
          <a:p>
            <a:pPr indent="0" lvl="0" marL="0" rtl="0" algn="l">
              <a:lnSpc>
                <a:spcPct val="100000"/>
              </a:lnSpc>
              <a:spcBef>
                <a:spcPts val="0"/>
              </a:spcBef>
              <a:spcAft>
                <a:spcPts val="0"/>
              </a:spcAft>
              <a:buClr>
                <a:schemeClr val="dk1"/>
              </a:buClr>
              <a:buSzPts val="1100"/>
              <a:buFont typeface="Arial"/>
              <a:buNone/>
            </a:pPr>
            <a:r>
              <a:rPr lang="es-MX" sz="4400">
                <a:latin typeface="Lato"/>
                <a:ea typeface="Lato"/>
                <a:cs typeface="Lato"/>
                <a:sym typeface="Lato"/>
              </a:rPr>
              <a:t>Cada categoría tiene atributos propios (un libro tiene autor y ISBN, una prenda tiene talla y color, un smartphone tiene memoria y cámara).</a:t>
            </a:r>
            <a:br>
              <a:rPr lang="es-MX" sz="4400">
                <a:latin typeface="Lato"/>
                <a:ea typeface="Lato"/>
                <a:cs typeface="Lato"/>
                <a:sym typeface="Lato"/>
              </a:rPr>
            </a:br>
            <a:endParaRPr sz="4400">
              <a:latin typeface="Lato"/>
              <a:ea typeface="Lato"/>
              <a:cs typeface="Lato"/>
              <a:sym typeface="Lato"/>
            </a:endParaRPr>
          </a:p>
          <a:p>
            <a:pPr indent="0" lvl="0" marL="0" rtl="0" algn="l">
              <a:lnSpc>
                <a:spcPct val="100000"/>
              </a:lnSpc>
              <a:spcBef>
                <a:spcPts val="0"/>
              </a:spcBef>
              <a:spcAft>
                <a:spcPts val="0"/>
              </a:spcAft>
              <a:buClr>
                <a:schemeClr val="dk1"/>
              </a:buClr>
              <a:buSzPts val="1100"/>
              <a:buFont typeface="Arial"/>
              <a:buNone/>
            </a:pPr>
            <a:r>
              <a:rPr lang="es-MX" sz="4400">
                <a:latin typeface="Lato"/>
                <a:ea typeface="Lato"/>
                <a:cs typeface="Lato"/>
                <a:sym typeface="Lato"/>
              </a:rPr>
              <a:t>Cada usuario puede añadir los productos que quiera y asociarle las propiedades que considere mejor para venderlo.</a:t>
            </a:r>
            <a:endParaRPr sz="4400">
              <a:latin typeface="Lato"/>
              <a:ea typeface="Lato"/>
              <a:cs typeface="Lato"/>
              <a:sym typeface="Lato"/>
            </a:endParaRPr>
          </a:p>
          <a:p>
            <a:pPr indent="0" lvl="0" marL="0" rtl="0" algn="just">
              <a:lnSpc>
                <a:spcPct val="100000"/>
              </a:lnSpc>
              <a:spcBef>
                <a:spcPts val="3200"/>
              </a:spcBef>
              <a:spcAft>
                <a:spcPts val="0"/>
              </a:spcAft>
              <a:buSzPts val="1800"/>
              <a:buNone/>
            </a:pPr>
            <a:r>
              <a:t/>
            </a:r>
            <a:endParaRPr sz="4400">
              <a:latin typeface="Lato"/>
              <a:ea typeface="Lato"/>
              <a:cs typeface="Lato"/>
              <a:sym typeface="Lato"/>
            </a:endParaRPr>
          </a:p>
        </p:txBody>
      </p:sp>
      <p:sp>
        <p:nvSpPr>
          <p:cNvPr id="421" name="Google Shape;421;p8"/>
          <p:cNvSpPr txBox="1"/>
          <p:nvPr/>
        </p:nvSpPr>
        <p:spPr>
          <a:xfrm>
            <a:off x="361950" y="13144500"/>
            <a:ext cx="23793450"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Lato"/>
              <a:buNone/>
            </a:pPr>
            <a:r>
              <a:rPr b="0" i="0" lang="es-MX" sz="1800" u="none" cap="none" strike="noStrike">
                <a:solidFill>
                  <a:srgbClr val="000000"/>
                </a:solidFill>
                <a:latin typeface="Lato"/>
                <a:ea typeface="Lato"/>
                <a:cs typeface="Lato"/>
                <a:sym typeface="Lato"/>
              </a:rPr>
              <a:t>© Diseño y Gestión de Bases de Datos con SQL  | Universidad de los Andes </a:t>
            </a:r>
            <a:endParaRPr b="0" i="0" sz="1400" u="none" cap="none" strike="noStrike">
              <a:solidFill>
                <a:srgbClr val="000000"/>
              </a:solidFill>
              <a:latin typeface="Arial"/>
              <a:ea typeface="Arial"/>
              <a:cs typeface="Arial"/>
              <a:sym typeface="Arial"/>
            </a:endParaRPr>
          </a:p>
        </p:txBody>
      </p:sp>
      <p:sp>
        <p:nvSpPr>
          <p:cNvPr id="422" name="Google Shape;422;p8"/>
          <p:cNvSpPr txBox="1"/>
          <p:nvPr/>
        </p:nvSpPr>
        <p:spPr>
          <a:xfrm>
            <a:off x="14586773" y="10615000"/>
            <a:ext cx="6017100" cy="70784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4000"/>
              <a:buFont typeface="Roboto"/>
              <a:buNone/>
            </a:pPr>
            <a:r>
              <a:rPr b="1" i="0" lang="es-MX" sz="4000" u="none" cap="none" strike="noStrike">
                <a:solidFill>
                  <a:srgbClr val="C00000"/>
                </a:solidFill>
                <a:latin typeface="Roboto"/>
                <a:ea typeface="Roboto"/>
                <a:cs typeface="Roboto"/>
                <a:sym typeface="Roboto"/>
              </a:rPr>
              <a:t>¿SQL o NoSQL?</a:t>
            </a:r>
            <a:endParaRPr b="0" i="0" sz="1400" u="none" cap="none" strike="noStrike">
              <a:solidFill>
                <a:srgbClr val="000000"/>
              </a:solidFill>
              <a:latin typeface="Arial"/>
              <a:ea typeface="Arial"/>
              <a:cs typeface="Arial"/>
              <a:sym typeface="Arial"/>
            </a:endParaRPr>
          </a:p>
        </p:txBody>
      </p:sp>
      <p:sp>
        <p:nvSpPr>
          <p:cNvPr id="423" name="Google Shape;423;p8"/>
          <p:cNvSpPr txBox="1"/>
          <p:nvPr/>
        </p:nvSpPr>
        <p:spPr>
          <a:xfrm>
            <a:off x="542909" y="1725147"/>
            <a:ext cx="9279358"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s-MX" sz="4000" u="none" cap="none" strike="noStrike">
                <a:solidFill>
                  <a:srgbClr val="C00000"/>
                </a:solidFill>
                <a:latin typeface="Lato"/>
                <a:ea typeface="Lato"/>
                <a:cs typeface="Lato"/>
                <a:sym typeface="Lato"/>
              </a:rPr>
              <a:t>Seguro… podríamos pensar algo como esto… jummm</a:t>
            </a:r>
            <a:endParaRPr b="1" i="0" sz="4000" u="none" cap="none" strike="noStrike">
              <a:solidFill>
                <a:srgbClr val="C00000"/>
              </a:solidFill>
              <a:latin typeface="Lato"/>
              <a:ea typeface="Lato"/>
              <a:cs typeface="Lato"/>
              <a:sym typeface="Lato"/>
            </a:endParaRPr>
          </a:p>
        </p:txBody>
      </p:sp>
      <p:pic>
        <p:nvPicPr>
          <p:cNvPr descr="Una captura de pantalla de un celular&#10;&#10;El contenido generado por IA puede ser incorrecto." id="424" name="Google Shape;424;p8"/>
          <p:cNvPicPr preferRelativeResize="0"/>
          <p:nvPr/>
        </p:nvPicPr>
        <p:blipFill rotWithShape="1">
          <a:blip r:embed="rId5">
            <a:alphaModFix/>
          </a:blip>
          <a:srcRect b="0" l="0" r="0" t="0"/>
          <a:stretch/>
        </p:blipFill>
        <p:spPr>
          <a:xfrm>
            <a:off x="5217110" y="3220161"/>
            <a:ext cx="4605157" cy="90135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xEl>
                                              <p:pRg end="0" st="0"/>
                                            </p:txEl>
                                          </p:spTgt>
                                        </p:tgtEl>
                                        <p:attrNameLst>
                                          <p:attrName>style.visibility</p:attrName>
                                        </p:attrNameLst>
                                      </p:cBhvr>
                                      <p:to>
                                        <p:strVal val="visible"/>
                                      </p:to>
                                    </p:set>
                                    <p:animEffect filter="fade" transition="in">
                                      <p:cBhvr>
                                        <p:cTn dur="500"/>
                                        <p:tgtEl>
                                          <p:spTgt spid="4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xEl>
                                              <p:pRg end="1" st="1"/>
                                            </p:txEl>
                                          </p:spTgt>
                                        </p:tgtEl>
                                        <p:attrNameLst>
                                          <p:attrName>style.visibility</p:attrName>
                                        </p:attrNameLst>
                                      </p:cBhvr>
                                      <p:to>
                                        <p:strVal val="visible"/>
                                      </p:to>
                                    </p:set>
                                    <p:animEffect filter="fade" transition="in">
                                      <p:cBhvr>
                                        <p:cTn dur="500"/>
                                        <p:tgtEl>
                                          <p:spTgt spid="42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xEl>
                                              <p:pRg end="2" st="2"/>
                                            </p:txEl>
                                          </p:spTgt>
                                        </p:tgtEl>
                                        <p:attrNameLst>
                                          <p:attrName>style.visibility</p:attrName>
                                        </p:attrNameLst>
                                      </p:cBhvr>
                                      <p:to>
                                        <p:strVal val="visible"/>
                                      </p:to>
                                    </p:set>
                                    <p:animEffect filter="fade" transition="in">
                                      <p:cBhvr>
                                        <p:cTn dur="500"/>
                                        <p:tgtEl>
                                          <p:spTgt spid="42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xEl>
                                              <p:pRg end="3" st="3"/>
                                            </p:txEl>
                                          </p:spTgt>
                                        </p:tgtEl>
                                        <p:attrNameLst>
                                          <p:attrName>style.visibility</p:attrName>
                                        </p:attrNameLst>
                                      </p:cBhvr>
                                      <p:to>
                                        <p:strVal val="visible"/>
                                      </p:to>
                                    </p:set>
                                    <p:animEffect filter="fade" transition="in">
                                      <p:cBhvr>
                                        <p:cTn dur="500"/>
                                        <p:tgtEl>
                                          <p:spTgt spid="42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500"/>
                                        <p:tgtEl>
                                          <p:spTgt spid="4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500"/>
                                        <p:tgtEl>
                                          <p:spTgt spid="423"/>
                                        </p:tgtEl>
                                      </p:cBhvr>
                                    </p:animEffect>
                                  </p:childTnLst>
                                </p:cTn>
                              </p:par>
                              <p:par>
                                <p:cTn fill="hold" nodeType="with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500"/>
                                        <p:tgtEl>
                                          <p:spTgt spid="4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8" name="Shape 428"/>
        <p:cNvGrpSpPr/>
        <p:nvPr/>
      </p:nvGrpSpPr>
      <p:grpSpPr>
        <a:xfrm>
          <a:off x="0" y="0"/>
          <a:ext cx="0" cy="0"/>
          <a:chOff x="0" y="0"/>
          <a:chExt cx="0" cy="0"/>
        </a:xfrm>
      </p:grpSpPr>
      <p:sp>
        <p:nvSpPr>
          <p:cNvPr id="429" name="Google Shape;429;p69"/>
          <p:cNvSpPr/>
          <p:nvPr/>
        </p:nvSpPr>
        <p:spPr>
          <a:xfrm>
            <a:off x="0" y="0"/>
            <a:ext cx="10434221" cy="13716000"/>
          </a:xfrm>
          <a:prstGeom prst="rect">
            <a:avLst/>
          </a:prstGeom>
          <a:solidFill>
            <a:srgbClr val="FFFFFF">
              <a:alpha val="6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0" name="Google Shape;430;p69"/>
          <p:cNvSpPr txBox="1"/>
          <p:nvPr/>
        </p:nvSpPr>
        <p:spPr>
          <a:xfrm>
            <a:off x="25655451" y="17112343"/>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1" name="Google Shape;431;p69"/>
          <p:cNvSpPr txBox="1"/>
          <p:nvPr/>
        </p:nvSpPr>
        <p:spPr>
          <a:xfrm>
            <a:off x="24453669" y="17843863"/>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2" name="Google Shape;432;p69"/>
          <p:cNvSpPr txBox="1"/>
          <p:nvPr/>
        </p:nvSpPr>
        <p:spPr>
          <a:xfrm>
            <a:off x="12348758" y="635070"/>
            <a:ext cx="11263423"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Roboto"/>
              <a:buNone/>
            </a:pPr>
            <a:r>
              <a:rPr b="1" i="0" lang="es-MX" sz="7200" u="none" cap="none" strike="noStrike">
                <a:solidFill>
                  <a:srgbClr val="000000"/>
                </a:solidFill>
                <a:latin typeface="Roboto"/>
                <a:ea typeface="Roboto"/>
                <a:cs typeface="Roboto"/>
                <a:sym typeface="Roboto"/>
              </a:rPr>
              <a:t>Pregunta 1</a:t>
            </a:r>
            <a:endParaRPr b="1" i="0" sz="7200" u="none" cap="none" strike="noStrike">
              <a:solidFill>
                <a:srgbClr val="000000"/>
              </a:solidFill>
              <a:latin typeface="Roboto"/>
              <a:ea typeface="Roboto"/>
              <a:cs typeface="Roboto"/>
              <a:sym typeface="Roboto"/>
            </a:endParaRPr>
          </a:p>
        </p:txBody>
      </p:sp>
      <p:grpSp>
        <p:nvGrpSpPr>
          <p:cNvPr id="433" name="Google Shape;433;p69"/>
          <p:cNvGrpSpPr/>
          <p:nvPr/>
        </p:nvGrpSpPr>
        <p:grpSpPr>
          <a:xfrm>
            <a:off x="21922690" y="10842237"/>
            <a:ext cx="1720574" cy="1959113"/>
            <a:chOff x="21922690" y="11086899"/>
            <a:chExt cx="1720574" cy="1959113"/>
          </a:xfrm>
        </p:grpSpPr>
        <p:sp>
          <p:nvSpPr>
            <p:cNvPr id="434" name="Google Shape;434;p69"/>
            <p:cNvSpPr/>
            <p:nvPr/>
          </p:nvSpPr>
          <p:spPr>
            <a:xfrm>
              <a:off x="21922690" y="11356360"/>
              <a:ext cx="1689652" cy="1689652"/>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435" name="Google Shape;435;p69"/>
            <p:cNvPicPr preferRelativeResize="0"/>
            <p:nvPr/>
          </p:nvPicPr>
          <p:blipFill rotWithShape="1">
            <a:blip r:embed="rId4">
              <a:alphaModFix/>
            </a:blip>
            <a:srcRect b="0" l="0" r="0" t="0"/>
            <a:stretch/>
          </p:blipFill>
          <p:spPr>
            <a:xfrm>
              <a:off x="21922690" y="11086899"/>
              <a:ext cx="1720574" cy="1720574"/>
            </a:xfrm>
            <a:prstGeom prst="rect">
              <a:avLst/>
            </a:prstGeom>
            <a:noFill/>
            <a:ln>
              <a:noFill/>
            </a:ln>
          </p:spPr>
        </p:pic>
      </p:grpSp>
      <p:sp>
        <p:nvSpPr>
          <p:cNvPr id="436" name="Google Shape;436;p69"/>
          <p:cNvSpPr txBox="1"/>
          <p:nvPr>
            <p:ph idx="1" type="body"/>
          </p:nvPr>
        </p:nvSpPr>
        <p:spPr>
          <a:xfrm>
            <a:off x="11645042" y="2288937"/>
            <a:ext cx="11967300" cy="8553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lang="es-MX" sz="4400">
                <a:latin typeface="Lato"/>
                <a:ea typeface="Lato"/>
                <a:cs typeface="Lato"/>
                <a:sym typeface="Lato"/>
              </a:rPr>
              <a:t>CONTEXTO: En un nuevo </a:t>
            </a:r>
            <a:r>
              <a:rPr b="1" lang="es-MX" sz="4400">
                <a:latin typeface="Lato"/>
                <a:ea typeface="Lato"/>
                <a:cs typeface="Lato"/>
                <a:sym typeface="Lato"/>
              </a:rPr>
              <a:t>comercio electrónico </a:t>
            </a:r>
            <a:r>
              <a:rPr lang="es-MX" sz="4400">
                <a:latin typeface="Lato"/>
                <a:ea typeface="Lato"/>
                <a:cs typeface="Lato"/>
                <a:sym typeface="Lato"/>
              </a:rPr>
              <a:t>quieres vender productos muy diversos: libros, ropa, electrónica, comida…</a:t>
            </a:r>
            <a:br>
              <a:rPr lang="es-MX" sz="4400">
                <a:latin typeface="Lato"/>
                <a:ea typeface="Lato"/>
                <a:cs typeface="Lato"/>
                <a:sym typeface="Lato"/>
              </a:rPr>
            </a:br>
            <a:endParaRPr sz="4400">
              <a:latin typeface="Lato"/>
              <a:ea typeface="Lato"/>
              <a:cs typeface="Lato"/>
              <a:sym typeface="Lato"/>
            </a:endParaRPr>
          </a:p>
          <a:p>
            <a:pPr indent="0" lvl="0" marL="0" rtl="0" algn="l">
              <a:lnSpc>
                <a:spcPct val="100000"/>
              </a:lnSpc>
              <a:spcBef>
                <a:spcPts val="0"/>
              </a:spcBef>
              <a:spcAft>
                <a:spcPts val="0"/>
              </a:spcAft>
              <a:buClr>
                <a:schemeClr val="dk1"/>
              </a:buClr>
              <a:buSzPts val="1100"/>
              <a:buFont typeface="Arial"/>
              <a:buNone/>
            </a:pPr>
            <a:r>
              <a:rPr lang="es-MX" sz="4400">
                <a:latin typeface="Lato"/>
                <a:ea typeface="Lato"/>
                <a:cs typeface="Lato"/>
                <a:sym typeface="Lato"/>
              </a:rPr>
              <a:t>Cada categoría tiene atributos propios (un libro tiene autor y ISBN, una prenda tiene talla y color, un smartphone tiene memoria y cámara).</a:t>
            </a:r>
            <a:br>
              <a:rPr lang="es-MX" sz="4400">
                <a:latin typeface="Lato"/>
                <a:ea typeface="Lato"/>
                <a:cs typeface="Lato"/>
                <a:sym typeface="Lato"/>
              </a:rPr>
            </a:br>
            <a:endParaRPr sz="4400">
              <a:latin typeface="Lato"/>
              <a:ea typeface="Lato"/>
              <a:cs typeface="Lato"/>
              <a:sym typeface="Lato"/>
            </a:endParaRPr>
          </a:p>
          <a:p>
            <a:pPr indent="0" lvl="0" marL="0" rtl="0" algn="l">
              <a:lnSpc>
                <a:spcPct val="100000"/>
              </a:lnSpc>
              <a:spcBef>
                <a:spcPts val="0"/>
              </a:spcBef>
              <a:spcAft>
                <a:spcPts val="0"/>
              </a:spcAft>
              <a:buClr>
                <a:schemeClr val="dk1"/>
              </a:buClr>
              <a:buSzPts val="1100"/>
              <a:buFont typeface="Arial"/>
              <a:buNone/>
            </a:pPr>
            <a:r>
              <a:rPr lang="es-MX" sz="4400">
                <a:latin typeface="Lato"/>
                <a:ea typeface="Lato"/>
                <a:cs typeface="Lato"/>
                <a:sym typeface="Lato"/>
              </a:rPr>
              <a:t>Cada usuario puede añadir los productos que quiera y asociarle las propiedades que considere mejor para venderlo.</a:t>
            </a:r>
            <a:endParaRPr sz="4400">
              <a:latin typeface="Lato"/>
              <a:ea typeface="Lato"/>
              <a:cs typeface="Lato"/>
              <a:sym typeface="Lato"/>
            </a:endParaRPr>
          </a:p>
          <a:p>
            <a:pPr indent="0" lvl="0" marL="0" rtl="0" algn="just">
              <a:lnSpc>
                <a:spcPct val="100000"/>
              </a:lnSpc>
              <a:spcBef>
                <a:spcPts val="3200"/>
              </a:spcBef>
              <a:spcAft>
                <a:spcPts val="0"/>
              </a:spcAft>
              <a:buSzPts val="1800"/>
              <a:buNone/>
            </a:pPr>
            <a:r>
              <a:t/>
            </a:r>
            <a:endParaRPr sz="4400">
              <a:latin typeface="Lato"/>
              <a:ea typeface="Lato"/>
              <a:cs typeface="Lato"/>
              <a:sym typeface="Lato"/>
            </a:endParaRPr>
          </a:p>
        </p:txBody>
      </p:sp>
      <p:sp>
        <p:nvSpPr>
          <p:cNvPr id="437" name="Google Shape;437;p69"/>
          <p:cNvSpPr txBox="1"/>
          <p:nvPr/>
        </p:nvSpPr>
        <p:spPr>
          <a:xfrm>
            <a:off x="361950" y="13144500"/>
            <a:ext cx="23793450"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Lato"/>
              <a:buNone/>
            </a:pPr>
            <a:r>
              <a:rPr b="0" i="0" lang="es-MX" sz="1800" u="none" cap="none" strike="noStrike">
                <a:solidFill>
                  <a:srgbClr val="000000"/>
                </a:solidFill>
                <a:latin typeface="Lato"/>
                <a:ea typeface="Lato"/>
                <a:cs typeface="Lato"/>
                <a:sym typeface="Lato"/>
              </a:rPr>
              <a:t>© Diseño y Gestión de Bases de Datos con SQL  | Universidad de los Andes </a:t>
            </a:r>
            <a:endParaRPr b="0" i="0" sz="1400" u="none" cap="none" strike="noStrike">
              <a:solidFill>
                <a:srgbClr val="000000"/>
              </a:solidFill>
              <a:latin typeface="Arial"/>
              <a:ea typeface="Arial"/>
              <a:cs typeface="Arial"/>
              <a:sym typeface="Arial"/>
            </a:endParaRPr>
          </a:p>
        </p:txBody>
      </p:sp>
      <p:sp>
        <p:nvSpPr>
          <p:cNvPr id="438" name="Google Shape;438;p69"/>
          <p:cNvSpPr txBox="1"/>
          <p:nvPr/>
        </p:nvSpPr>
        <p:spPr>
          <a:xfrm>
            <a:off x="14586773" y="10615000"/>
            <a:ext cx="6017100" cy="70784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4000"/>
              <a:buFont typeface="Roboto"/>
              <a:buNone/>
            </a:pPr>
            <a:r>
              <a:rPr b="1" i="0" lang="es-MX" sz="4000" u="none" cap="none" strike="noStrike">
                <a:solidFill>
                  <a:srgbClr val="C00000"/>
                </a:solidFill>
                <a:latin typeface="Roboto"/>
                <a:ea typeface="Roboto"/>
                <a:cs typeface="Roboto"/>
                <a:sym typeface="Roboto"/>
              </a:rPr>
              <a:t>¿SQL o NoSQL?</a:t>
            </a:r>
            <a:endParaRPr b="0" i="0" sz="1400" u="none" cap="none" strike="noStrike">
              <a:solidFill>
                <a:srgbClr val="000000"/>
              </a:solidFill>
              <a:latin typeface="Arial"/>
              <a:ea typeface="Arial"/>
              <a:cs typeface="Arial"/>
              <a:sym typeface="Arial"/>
            </a:endParaRPr>
          </a:p>
        </p:txBody>
      </p:sp>
      <p:pic>
        <p:nvPicPr>
          <p:cNvPr descr="Interfaz de usuario gráfica, Diagrama&#10;&#10;El contenido generado por IA puede ser incorrecto." id="439" name="Google Shape;439;p69"/>
          <p:cNvPicPr preferRelativeResize="0"/>
          <p:nvPr/>
        </p:nvPicPr>
        <p:blipFill rotWithShape="1">
          <a:blip r:embed="rId5">
            <a:alphaModFix/>
          </a:blip>
          <a:srcRect b="0" l="0" r="0" t="0"/>
          <a:stretch/>
        </p:blipFill>
        <p:spPr>
          <a:xfrm>
            <a:off x="484324" y="5089590"/>
            <a:ext cx="9279358" cy="4583554"/>
          </a:xfrm>
          <a:prstGeom prst="rect">
            <a:avLst/>
          </a:prstGeom>
          <a:noFill/>
          <a:ln>
            <a:noFill/>
          </a:ln>
        </p:spPr>
      </p:pic>
      <p:sp>
        <p:nvSpPr>
          <p:cNvPr id="440" name="Google Shape;440;p69"/>
          <p:cNvSpPr txBox="1"/>
          <p:nvPr/>
        </p:nvSpPr>
        <p:spPr>
          <a:xfrm>
            <a:off x="1035814" y="3354116"/>
            <a:ext cx="9279358"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s-MX" sz="4000" u="none" cap="none" strike="noStrike">
                <a:solidFill>
                  <a:srgbClr val="C00000"/>
                </a:solidFill>
                <a:latin typeface="Lato"/>
                <a:ea typeface="Lato"/>
                <a:cs typeface="Lato"/>
                <a:sym typeface="Lato"/>
              </a:rPr>
              <a:t>O incluso mejor… una un poco más normalizada.. Sí….</a:t>
            </a:r>
            <a:endParaRPr b="0" i="0" sz="1400" u="none" cap="none" strike="noStrike">
              <a:solidFill>
                <a:srgbClr val="000000"/>
              </a:solidFill>
              <a:latin typeface="Arial"/>
              <a:ea typeface="Arial"/>
              <a:cs typeface="Arial"/>
              <a:sym typeface="Arial"/>
            </a:endParaRPr>
          </a:p>
        </p:txBody>
      </p:sp>
      <p:sp>
        <p:nvSpPr>
          <p:cNvPr id="441" name="Google Shape;441;p69"/>
          <p:cNvSpPr txBox="1"/>
          <p:nvPr/>
        </p:nvSpPr>
        <p:spPr>
          <a:xfrm>
            <a:off x="1639187" y="9447625"/>
            <a:ext cx="9279358"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s-MX" sz="4000" u="none" cap="none" strike="noStrike">
                <a:solidFill>
                  <a:srgbClr val="C00000"/>
                </a:solidFill>
                <a:latin typeface="Lato"/>
                <a:ea typeface="Lato"/>
                <a:cs typeface="Lato"/>
                <a:sym typeface="Lato"/>
              </a:rPr>
              <a:t>Pero se pone un poquito abstracto.. Y si mi base es transaccional, ¡cada consulta tendría que hacer varios JOINs!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500"/>
                                        <p:tgtEl>
                                          <p:spTgt spid="440"/>
                                        </p:tgtEl>
                                      </p:cBhvr>
                                    </p:animEffect>
                                  </p:childTnLst>
                                </p:cTn>
                              </p:par>
                              <p:par>
                                <p:cTn fill="hold" nodeType="withEffect" presetClass="entr" presetID="10" presetSubtype="0">
                                  <p:stCondLst>
                                    <p:cond delay="0"/>
                                  </p:stCondLst>
                                  <p:childTnLst>
                                    <p:set>
                                      <p:cBhvr>
                                        <p:cTn dur="1" fill="hold">
                                          <p:stCondLst>
                                            <p:cond delay="0"/>
                                          </p:stCondLst>
                                        </p:cTn>
                                        <p:tgtEl>
                                          <p:spTgt spid="439"/>
                                        </p:tgtEl>
                                        <p:attrNameLst>
                                          <p:attrName>style.visibility</p:attrName>
                                        </p:attrNameLst>
                                      </p:cBhvr>
                                      <p:to>
                                        <p:strVal val="visible"/>
                                      </p:to>
                                    </p:set>
                                    <p:animEffect filter="fade" transition="in">
                                      <p:cBhvr>
                                        <p:cTn dur="500"/>
                                        <p:tgtEl>
                                          <p:spTgt spid="4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500"/>
                                        <p:tgtEl>
                                          <p:spTgt spid="4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5" name="Shape 445"/>
        <p:cNvGrpSpPr/>
        <p:nvPr/>
      </p:nvGrpSpPr>
      <p:grpSpPr>
        <a:xfrm>
          <a:off x="0" y="0"/>
          <a:ext cx="0" cy="0"/>
          <a:chOff x="0" y="0"/>
          <a:chExt cx="0" cy="0"/>
        </a:xfrm>
      </p:grpSpPr>
      <p:sp>
        <p:nvSpPr>
          <p:cNvPr id="446" name="Google Shape;446;p70"/>
          <p:cNvSpPr txBox="1"/>
          <p:nvPr/>
        </p:nvSpPr>
        <p:spPr>
          <a:xfrm>
            <a:off x="25655451" y="17112343"/>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47" name="Google Shape;447;p70"/>
          <p:cNvSpPr txBox="1"/>
          <p:nvPr/>
        </p:nvSpPr>
        <p:spPr>
          <a:xfrm>
            <a:off x="24453669" y="17843863"/>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48" name="Google Shape;448;p70"/>
          <p:cNvSpPr txBox="1"/>
          <p:nvPr/>
        </p:nvSpPr>
        <p:spPr>
          <a:xfrm>
            <a:off x="12348758" y="635070"/>
            <a:ext cx="11263423"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Roboto"/>
              <a:buNone/>
            </a:pPr>
            <a:r>
              <a:rPr b="1" i="0" lang="es-MX" sz="7200" u="none" cap="none" strike="noStrike">
                <a:solidFill>
                  <a:srgbClr val="000000"/>
                </a:solidFill>
                <a:latin typeface="Roboto"/>
                <a:ea typeface="Roboto"/>
                <a:cs typeface="Roboto"/>
                <a:sym typeface="Roboto"/>
              </a:rPr>
              <a:t>Pregunta 1</a:t>
            </a:r>
            <a:endParaRPr b="1" i="0" sz="7200" u="none" cap="none" strike="noStrike">
              <a:solidFill>
                <a:srgbClr val="000000"/>
              </a:solidFill>
              <a:latin typeface="Roboto"/>
              <a:ea typeface="Roboto"/>
              <a:cs typeface="Roboto"/>
              <a:sym typeface="Roboto"/>
            </a:endParaRPr>
          </a:p>
        </p:txBody>
      </p:sp>
      <p:grpSp>
        <p:nvGrpSpPr>
          <p:cNvPr id="449" name="Google Shape;449;p70"/>
          <p:cNvGrpSpPr/>
          <p:nvPr/>
        </p:nvGrpSpPr>
        <p:grpSpPr>
          <a:xfrm>
            <a:off x="21922690" y="10842237"/>
            <a:ext cx="1720574" cy="1959113"/>
            <a:chOff x="21922690" y="11086899"/>
            <a:chExt cx="1720574" cy="1959113"/>
          </a:xfrm>
        </p:grpSpPr>
        <p:sp>
          <p:nvSpPr>
            <p:cNvPr id="450" name="Google Shape;450;p70"/>
            <p:cNvSpPr/>
            <p:nvPr/>
          </p:nvSpPr>
          <p:spPr>
            <a:xfrm>
              <a:off x="21922690" y="11356360"/>
              <a:ext cx="1689652" cy="1689652"/>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451" name="Google Shape;451;p70"/>
            <p:cNvPicPr preferRelativeResize="0"/>
            <p:nvPr/>
          </p:nvPicPr>
          <p:blipFill rotWithShape="1">
            <a:blip r:embed="rId4">
              <a:alphaModFix/>
            </a:blip>
            <a:srcRect b="0" l="0" r="0" t="0"/>
            <a:stretch/>
          </p:blipFill>
          <p:spPr>
            <a:xfrm>
              <a:off x="21922690" y="11086899"/>
              <a:ext cx="1720574" cy="1720574"/>
            </a:xfrm>
            <a:prstGeom prst="rect">
              <a:avLst/>
            </a:prstGeom>
            <a:noFill/>
            <a:ln>
              <a:noFill/>
            </a:ln>
          </p:spPr>
        </p:pic>
      </p:grpSp>
      <p:sp>
        <p:nvSpPr>
          <p:cNvPr id="452" name="Google Shape;452;p70"/>
          <p:cNvSpPr txBox="1"/>
          <p:nvPr>
            <p:ph idx="1" type="body"/>
          </p:nvPr>
        </p:nvSpPr>
        <p:spPr>
          <a:xfrm>
            <a:off x="11645042" y="2288937"/>
            <a:ext cx="11967300" cy="8553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lang="es-MX" sz="4400">
                <a:latin typeface="Lato"/>
                <a:ea typeface="Lato"/>
                <a:cs typeface="Lato"/>
                <a:sym typeface="Lato"/>
              </a:rPr>
              <a:t>CONTEXTO: En un nuevo </a:t>
            </a:r>
            <a:r>
              <a:rPr b="1" lang="es-MX" sz="4400">
                <a:latin typeface="Lato"/>
                <a:ea typeface="Lato"/>
                <a:cs typeface="Lato"/>
                <a:sym typeface="Lato"/>
              </a:rPr>
              <a:t>comercio electrónico </a:t>
            </a:r>
            <a:r>
              <a:rPr lang="es-MX" sz="4400">
                <a:latin typeface="Lato"/>
                <a:ea typeface="Lato"/>
                <a:cs typeface="Lato"/>
                <a:sym typeface="Lato"/>
              </a:rPr>
              <a:t>quieres vender productos muy diversos: libros, ropa, electrónica, comida…</a:t>
            </a:r>
            <a:br>
              <a:rPr lang="es-MX" sz="4400">
                <a:latin typeface="Lato"/>
                <a:ea typeface="Lato"/>
                <a:cs typeface="Lato"/>
                <a:sym typeface="Lato"/>
              </a:rPr>
            </a:br>
            <a:endParaRPr sz="4400">
              <a:latin typeface="Lato"/>
              <a:ea typeface="Lato"/>
              <a:cs typeface="Lato"/>
              <a:sym typeface="Lato"/>
            </a:endParaRPr>
          </a:p>
          <a:p>
            <a:pPr indent="0" lvl="0" marL="0" rtl="0" algn="l">
              <a:lnSpc>
                <a:spcPct val="100000"/>
              </a:lnSpc>
              <a:spcBef>
                <a:spcPts val="0"/>
              </a:spcBef>
              <a:spcAft>
                <a:spcPts val="0"/>
              </a:spcAft>
              <a:buClr>
                <a:schemeClr val="dk1"/>
              </a:buClr>
              <a:buSzPts val="1100"/>
              <a:buFont typeface="Arial"/>
              <a:buNone/>
            </a:pPr>
            <a:r>
              <a:rPr lang="es-MX" sz="4400">
                <a:latin typeface="Lato"/>
                <a:ea typeface="Lato"/>
                <a:cs typeface="Lato"/>
                <a:sym typeface="Lato"/>
              </a:rPr>
              <a:t>Cada categoría tiene atributos propios (un libro tiene autor y ISBN, una prenda tiene talla y color, un smartphone tiene memoria y cámara).</a:t>
            </a:r>
            <a:br>
              <a:rPr lang="es-MX" sz="4400">
                <a:latin typeface="Lato"/>
                <a:ea typeface="Lato"/>
                <a:cs typeface="Lato"/>
                <a:sym typeface="Lato"/>
              </a:rPr>
            </a:br>
            <a:endParaRPr sz="4400">
              <a:latin typeface="Lato"/>
              <a:ea typeface="Lato"/>
              <a:cs typeface="Lato"/>
              <a:sym typeface="Lato"/>
            </a:endParaRPr>
          </a:p>
          <a:p>
            <a:pPr indent="0" lvl="0" marL="0" rtl="0" algn="l">
              <a:lnSpc>
                <a:spcPct val="100000"/>
              </a:lnSpc>
              <a:spcBef>
                <a:spcPts val="0"/>
              </a:spcBef>
              <a:spcAft>
                <a:spcPts val="0"/>
              </a:spcAft>
              <a:buClr>
                <a:schemeClr val="dk1"/>
              </a:buClr>
              <a:buSzPts val="1100"/>
              <a:buFont typeface="Arial"/>
              <a:buNone/>
            </a:pPr>
            <a:r>
              <a:rPr lang="es-MX" sz="4400">
                <a:latin typeface="Lato"/>
                <a:ea typeface="Lato"/>
                <a:cs typeface="Lato"/>
                <a:sym typeface="Lato"/>
              </a:rPr>
              <a:t>Cada usuario puede añadir los productos que quiera y asociarle las propiedades que considere mejor para venderlo.</a:t>
            </a:r>
            <a:endParaRPr sz="4400">
              <a:latin typeface="Lato"/>
              <a:ea typeface="Lato"/>
              <a:cs typeface="Lato"/>
              <a:sym typeface="Lato"/>
            </a:endParaRPr>
          </a:p>
          <a:p>
            <a:pPr indent="0" lvl="0" marL="0" rtl="0" algn="just">
              <a:lnSpc>
                <a:spcPct val="100000"/>
              </a:lnSpc>
              <a:spcBef>
                <a:spcPts val="3200"/>
              </a:spcBef>
              <a:spcAft>
                <a:spcPts val="0"/>
              </a:spcAft>
              <a:buSzPts val="1800"/>
              <a:buNone/>
            </a:pPr>
            <a:r>
              <a:t/>
            </a:r>
            <a:endParaRPr sz="4400">
              <a:latin typeface="Lato"/>
              <a:ea typeface="Lato"/>
              <a:cs typeface="Lato"/>
              <a:sym typeface="Lato"/>
            </a:endParaRPr>
          </a:p>
        </p:txBody>
      </p:sp>
      <p:sp>
        <p:nvSpPr>
          <p:cNvPr id="453" name="Google Shape;453;p70"/>
          <p:cNvSpPr txBox="1"/>
          <p:nvPr/>
        </p:nvSpPr>
        <p:spPr>
          <a:xfrm>
            <a:off x="361950" y="13144500"/>
            <a:ext cx="23793450"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Lato"/>
              <a:buNone/>
            </a:pPr>
            <a:r>
              <a:rPr b="0" i="0" lang="es-MX" sz="1800" u="none" cap="none" strike="noStrike">
                <a:solidFill>
                  <a:srgbClr val="000000"/>
                </a:solidFill>
                <a:latin typeface="Lato"/>
                <a:ea typeface="Lato"/>
                <a:cs typeface="Lato"/>
                <a:sym typeface="Lato"/>
              </a:rPr>
              <a:t>© Diseño y Gestión de Bases de Datos con SQL  | Universidad de los Andes </a:t>
            </a:r>
            <a:endParaRPr b="0" i="0" sz="1400" u="none" cap="none" strike="noStrike">
              <a:solidFill>
                <a:srgbClr val="000000"/>
              </a:solidFill>
              <a:latin typeface="Arial"/>
              <a:ea typeface="Arial"/>
              <a:cs typeface="Arial"/>
              <a:sym typeface="Arial"/>
            </a:endParaRPr>
          </a:p>
        </p:txBody>
      </p:sp>
      <p:sp>
        <p:nvSpPr>
          <p:cNvPr id="454" name="Google Shape;454;p70"/>
          <p:cNvSpPr/>
          <p:nvPr/>
        </p:nvSpPr>
        <p:spPr>
          <a:xfrm>
            <a:off x="-1226" y="0"/>
            <a:ext cx="11031168" cy="13716000"/>
          </a:xfrm>
          <a:prstGeom prst="rect">
            <a:avLst/>
          </a:prstGeom>
          <a:solidFill>
            <a:schemeClr val="dk1">
              <a:alpha val="69019"/>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 name="Google Shape;455;p70"/>
          <p:cNvSpPr txBox="1"/>
          <p:nvPr/>
        </p:nvSpPr>
        <p:spPr>
          <a:xfrm>
            <a:off x="14586773" y="10615000"/>
            <a:ext cx="6017100" cy="70784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4000"/>
              <a:buFont typeface="Roboto"/>
              <a:buNone/>
            </a:pPr>
            <a:r>
              <a:rPr b="1" i="0" lang="es-MX" sz="4000" u="none" cap="none" strike="noStrike">
                <a:solidFill>
                  <a:srgbClr val="C00000"/>
                </a:solidFill>
                <a:latin typeface="Roboto"/>
                <a:ea typeface="Roboto"/>
                <a:cs typeface="Roboto"/>
                <a:sym typeface="Roboto"/>
              </a:rPr>
              <a:t>¿SQL o NoSQL?</a:t>
            </a:r>
            <a:endParaRPr b="0" i="0" sz="1400" u="none" cap="none" strike="noStrike">
              <a:solidFill>
                <a:srgbClr val="000000"/>
              </a:solidFill>
              <a:latin typeface="Arial"/>
              <a:ea typeface="Arial"/>
              <a:cs typeface="Arial"/>
              <a:sym typeface="Arial"/>
            </a:endParaRPr>
          </a:p>
        </p:txBody>
      </p:sp>
      <p:sp>
        <p:nvSpPr>
          <p:cNvPr id="456" name="Google Shape;456;p70"/>
          <p:cNvSpPr/>
          <p:nvPr/>
        </p:nvSpPr>
        <p:spPr>
          <a:xfrm>
            <a:off x="472458" y="1065625"/>
            <a:ext cx="10083800" cy="11584749"/>
          </a:xfrm>
          <a:prstGeom prst="rect">
            <a:avLst/>
          </a:prstGeom>
          <a:solidFill>
            <a:schemeClr val="lt1"/>
          </a:solidFill>
          <a:ln>
            <a:noFill/>
          </a:ln>
        </p:spPr>
        <p:txBody>
          <a:bodyPr anchorCtr="0" anchor="ctr" bIns="45700" lIns="91425" spcFirstLastPara="1" rIns="91425" wrap="square" tIns="45700">
            <a:noAutofit/>
          </a:bodyPr>
          <a:lstStyle/>
          <a:p>
            <a:pPr indent="0" lvl="0" marL="158750" marR="0" rtl="0" algn="l">
              <a:lnSpc>
                <a:spcPct val="115000"/>
              </a:lnSpc>
              <a:spcBef>
                <a:spcPts val="0"/>
              </a:spcBef>
              <a:spcAft>
                <a:spcPts val="0"/>
              </a:spcAft>
              <a:buClr>
                <a:srgbClr val="000000"/>
              </a:buClr>
              <a:buSzPts val="3600"/>
              <a:buFont typeface="Arial"/>
              <a:buNone/>
            </a:pPr>
            <a:r>
              <a:rPr b="1" i="0" lang="es-MX" sz="3600" u="none" cap="none" strike="noStrike">
                <a:solidFill>
                  <a:schemeClr val="dk1"/>
                </a:solidFill>
                <a:latin typeface="Lato"/>
                <a:ea typeface="Lato"/>
                <a:cs typeface="Lato"/>
                <a:sym typeface="Lato"/>
              </a:rPr>
              <a:t>NoSQL</a:t>
            </a:r>
            <a:endParaRPr b="0" i="0" sz="1400" u="none" cap="none" strike="noStrike">
              <a:solidFill>
                <a:srgbClr val="000000"/>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s-MX" sz="3600" u="none" cap="none" strike="noStrike">
                <a:solidFill>
                  <a:schemeClr val="dk1"/>
                </a:solidFill>
                <a:latin typeface="Lato"/>
                <a:ea typeface="Lato"/>
                <a:cs typeface="Lato"/>
                <a:sym typeface="Lato"/>
              </a:rPr>
              <a:t>Flexibilidad de esquema</a:t>
            </a:r>
            <a:r>
              <a:rPr b="0" i="0" lang="es-MX" sz="3600" u="none" cap="none" strike="noStrike">
                <a:solidFill>
                  <a:schemeClr val="dk1"/>
                </a:solidFill>
                <a:latin typeface="Lato"/>
                <a:ea typeface="Lato"/>
                <a:cs typeface="Lato"/>
                <a:sym typeface="Lato"/>
              </a:rPr>
              <a:t>: cada documento lleva solo los campos que necesita, sin tablas ni columnas fijas.</a:t>
            </a:r>
            <a:br>
              <a:rPr b="0" i="0" lang="es-MX" sz="3600" u="none" cap="none" strike="noStrike">
                <a:solidFill>
                  <a:schemeClr val="dk1"/>
                </a:solidFill>
                <a:latin typeface="Lato"/>
                <a:ea typeface="Lato"/>
                <a:cs typeface="Lato"/>
                <a:sym typeface="Lato"/>
              </a:rPr>
            </a:br>
            <a:endParaRPr b="0" i="0" sz="3600" u="none" cap="none" strike="noStrike">
              <a:solidFill>
                <a:schemeClr val="dk1"/>
              </a:solidFill>
              <a:latin typeface="Lato"/>
              <a:ea typeface="Lato"/>
              <a:cs typeface="Lato"/>
              <a:sym typeface="Lato"/>
            </a:endParaRPr>
          </a:p>
          <a:p>
            <a:pPr indent="-298450" lvl="0" marL="457200" marR="0" rtl="0" algn="l">
              <a:lnSpc>
                <a:spcPct val="115000"/>
              </a:lnSpc>
              <a:spcBef>
                <a:spcPts val="0"/>
              </a:spcBef>
              <a:spcAft>
                <a:spcPts val="0"/>
              </a:spcAft>
              <a:buClr>
                <a:schemeClr val="dk1"/>
              </a:buClr>
              <a:buSzPts val="1100"/>
              <a:buFont typeface="Arial"/>
              <a:buChar char="●"/>
            </a:pPr>
            <a:r>
              <a:rPr b="1" i="0" lang="es-MX" sz="3600" u="none" cap="none" strike="noStrike">
                <a:solidFill>
                  <a:schemeClr val="dk1"/>
                </a:solidFill>
                <a:latin typeface="Lato"/>
                <a:ea typeface="Lato"/>
                <a:cs typeface="Lato"/>
                <a:sym typeface="Lato"/>
              </a:rPr>
              <a:t>Evolución ágil</a:t>
            </a:r>
            <a:r>
              <a:rPr b="0" i="0" lang="es-MX" sz="3600" u="none" cap="none" strike="noStrike">
                <a:solidFill>
                  <a:schemeClr val="dk1"/>
                </a:solidFill>
                <a:latin typeface="Lato"/>
                <a:ea typeface="Lato"/>
                <a:cs typeface="Lato"/>
                <a:sym typeface="Lato"/>
              </a:rPr>
              <a:t>: si mañana añades una categoría “muebles” con dimensiones y material, simplemente insertas documentos con esos atributos.</a:t>
            </a:r>
            <a:br>
              <a:rPr b="0" i="0" lang="es-MX" sz="3600" u="none" cap="none" strike="noStrike">
                <a:solidFill>
                  <a:schemeClr val="dk1"/>
                </a:solidFill>
                <a:latin typeface="Lato"/>
                <a:ea typeface="Lato"/>
                <a:cs typeface="Lato"/>
                <a:sym typeface="Lato"/>
              </a:rPr>
            </a:br>
            <a:endParaRPr b="0" i="0" sz="3600" u="none" cap="none" strike="noStrike">
              <a:solidFill>
                <a:schemeClr val="dk1"/>
              </a:solidFill>
              <a:latin typeface="Lato"/>
              <a:ea typeface="Lato"/>
              <a:cs typeface="Lato"/>
              <a:sym typeface="Lato"/>
            </a:endParaRPr>
          </a:p>
          <a:p>
            <a:pPr indent="-298450" lvl="0" marL="457200" marR="0" rtl="0" algn="l">
              <a:lnSpc>
                <a:spcPct val="115000"/>
              </a:lnSpc>
              <a:spcBef>
                <a:spcPts val="0"/>
              </a:spcBef>
              <a:spcAft>
                <a:spcPts val="0"/>
              </a:spcAft>
              <a:buClr>
                <a:schemeClr val="dk1"/>
              </a:buClr>
              <a:buSzPts val="1100"/>
              <a:buFont typeface="Arial"/>
              <a:buChar char="●"/>
            </a:pPr>
            <a:r>
              <a:rPr b="1" i="0" lang="es-MX" sz="3600" u="none" cap="none" strike="noStrike">
                <a:solidFill>
                  <a:schemeClr val="dk1"/>
                </a:solidFill>
                <a:latin typeface="Lato"/>
                <a:ea typeface="Lato"/>
                <a:cs typeface="Lato"/>
                <a:sym typeface="Lato"/>
              </a:rPr>
              <a:t>Consultas simples</a:t>
            </a:r>
            <a:r>
              <a:rPr b="0" i="0" lang="es-MX" sz="3600" u="none" cap="none" strike="noStrike">
                <a:solidFill>
                  <a:schemeClr val="dk1"/>
                </a:solidFill>
                <a:latin typeface="Lato"/>
                <a:ea typeface="Lato"/>
                <a:cs typeface="Lato"/>
                <a:sym typeface="Lato"/>
              </a:rPr>
              <a:t>: puedes buscar por tipo y luego proyectar solo los campos de interés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500"/>
                                        <p:tgtEl>
                                          <p:spTgt spid="454"/>
                                        </p:tgtEl>
                                      </p:cBhvr>
                                    </p:animEffect>
                                  </p:childTnLst>
                                </p:cTn>
                              </p:par>
                              <p:par>
                                <p:cTn fill="hold" nodeType="with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500"/>
                                        <p:tgtEl>
                                          <p:spTgt spid="4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0" name="Shape 460"/>
        <p:cNvGrpSpPr/>
        <p:nvPr/>
      </p:nvGrpSpPr>
      <p:grpSpPr>
        <a:xfrm>
          <a:off x="0" y="0"/>
          <a:ext cx="0" cy="0"/>
          <a:chOff x="0" y="0"/>
          <a:chExt cx="0" cy="0"/>
        </a:xfrm>
      </p:grpSpPr>
      <p:sp>
        <p:nvSpPr>
          <p:cNvPr id="461" name="Google Shape;461;p71"/>
          <p:cNvSpPr txBox="1"/>
          <p:nvPr>
            <p:ph type="title"/>
          </p:nvPr>
        </p:nvSpPr>
        <p:spPr>
          <a:xfrm>
            <a:off x="3168503" y="730253"/>
            <a:ext cx="18011554"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8800"/>
              <a:buNone/>
            </a:pPr>
            <a:r>
              <a:rPr lang="es-MX">
                <a:latin typeface="Roboto"/>
                <a:ea typeface="Roboto"/>
                <a:cs typeface="Roboto"/>
                <a:sym typeface="Roboto"/>
              </a:rPr>
              <a:t>SISTEMAS DISTRIBUIDOS</a:t>
            </a:r>
            <a:endParaRPr/>
          </a:p>
        </p:txBody>
      </p:sp>
      <p:sp>
        <p:nvSpPr>
          <p:cNvPr id="462" name="Google Shape;462;p71"/>
          <p:cNvSpPr txBox="1"/>
          <p:nvPr/>
        </p:nvSpPr>
        <p:spPr>
          <a:xfrm>
            <a:off x="361951" y="13144501"/>
            <a:ext cx="23793450" cy="36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s-MX" sz="1800" u="none" cap="none" strike="noStrike">
                <a:solidFill>
                  <a:srgbClr val="000000"/>
                </a:solidFill>
                <a:latin typeface="Lato"/>
                <a:ea typeface="Lato"/>
                <a:cs typeface="Lato"/>
                <a:sym typeface="Lato"/>
              </a:rPr>
              <a:t>© Diseño y Gestión de Bases de Datos con SQL  | Universidad de los Andes </a:t>
            </a:r>
            <a:endParaRPr b="0" i="0" sz="1400" u="none" cap="none" strike="noStrike">
              <a:solidFill>
                <a:srgbClr val="000000"/>
              </a:solidFill>
              <a:latin typeface="Arial"/>
              <a:ea typeface="Arial"/>
              <a:cs typeface="Arial"/>
              <a:sym typeface="Arial"/>
            </a:endParaRPr>
          </a:p>
        </p:txBody>
      </p:sp>
      <p:sp>
        <p:nvSpPr>
          <p:cNvPr id="463" name="Google Shape;463;p71"/>
          <p:cNvSpPr txBox="1"/>
          <p:nvPr>
            <p:ph idx="1" type="body"/>
          </p:nvPr>
        </p:nvSpPr>
        <p:spPr>
          <a:xfrm>
            <a:off x="6185646" y="3782784"/>
            <a:ext cx="15420319" cy="2097741"/>
          </a:xfrm>
          <a:prstGeom prst="rect">
            <a:avLst/>
          </a:prstGeom>
          <a:noFill/>
          <a:ln>
            <a:noFill/>
          </a:ln>
        </p:spPr>
        <p:txBody>
          <a:bodyPr anchorCtr="0" anchor="t" bIns="22850" lIns="45700" spcFirstLastPara="1" rIns="45700" wrap="square" tIns="22850">
            <a:noAutofit/>
          </a:bodyPr>
          <a:lstStyle/>
          <a:p>
            <a:pPr indent="0" lvl="0" marL="114300" rtl="0" algn="just">
              <a:lnSpc>
                <a:spcPct val="90000"/>
              </a:lnSpc>
              <a:spcBef>
                <a:spcPts val="2000"/>
              </a:spcBef>
              <a:spcAft>
                <a:spcPts val="0"/>
              </a:spcAft>
              <a:buSzPts val="1800"/>
              <a:buNone/>
            </a:pPr>
            <a:r>
              <a:rPr b="1" lang="es-MX" sz="4000">
                <a:latin typeface="Lato"/>
                <a:ea typeface="Lato"/>
                <a:cs typeface="Lato"/>
                <a:sym typeface="Lato"/>
              </a:rPr>
              <a:t>Las bases de datos tradicionales</a:t>
            </a:r>
            <a:r>
              <a:rPr lang="es-MX" sz="4000">
                <a:latin typeface="Lato"/>
                <a:ea typeface="Lato"/>
                <a:cs typeface="Lato"/>
                <a:sym typeface="Lato"/>
              </a:rPr>
              <a:t> están pensadas para vivir en </a:t>
            </a:r>
            <a:r>
              <a:rPr b="1" lang="es-MX" sz="4000">
                <a:latin typeface="Lato"/>
                <a:ea typeface="Lato"/>
                <a:cs typeface="Lato"/>
                <a:sym typeface="Lato"/>
              </a:rPr>
              <a:t>un solo servidor</a:t>
            </a:r>
            <a:r>
              <a:rPr lang="es-MX" sz="4000">
                <a:latin typeface="Lato"/>
                <a:ea typeface="Lato"/>
                <a:cs typeface="Lato"/>
                <a:sym typeface="Lato"/>
              </a:rPr>
              <a:t>. Eso funciona bien hasta que la cantidad de datos y usuarios crece tanto que un solo equipo ya no aguanta…</a:t>
            </a:r>
            <a:endParaRPr/>
          </a:p>
        </p:txBody>
      </p:sp>
      <p:pic>
        <p:nvPicPr>
          <p:cNvPr id="464" name="Google Shape;464;p71"/>
          <p:cNvPicPr preferRelativeResize="0"/>
          <p:nvPr/>
        </p:nvPicPr>
        <p:blipFill rotWithShape="1">
          <a:blip r:embed="rId4">
            <a:alphaModFix/>
          </a:blip>
          <a:srcRect b="0" l="0" r="0" t="0"/>
          <a:stretch/>
        </p:blipFill>
        <p:spPr>
          <a:xfrm>
            <a:off x="3168503" y="3782783"/>
            <a:ext cx="2097741" cy="2097741"/>
          </a:xfrm>
          <a:prstGeom prst="rect">
            <a:avLst/>
          </a:prstGeom>
          <a:noFill/>
          <a:ln>
            <a:noFill/>
          </a:ln>
        </p:spPr>
      </p:pic>
      <p:sp>
        <p:nvSpPr>
          <p:cNvPr id="465" name="Google Shape;465;p71"/>
          <p:cNvSpPr txBox="1"/>
          <p:nvPr/>
        </p:nvSpPr>
        <p:spPr>
          <a:xfrm>
            <a:off x="3168503" y="6732019"/>
            <a:ext cx="18011554" cy="2340110"/>
          </a:xfrm>
          <a:prstGeom prst="rect">
            <a:avLst/>
          </a:prstGeom>
          <a:noFill/>
          <a:ln>
            <a:noFill/>
          </a:ln>
        </p:spPr>
        <p:txBody>
          <a:bodyPr anchorCtr="0" anchor="t" bIns="22850" lIns="45700" spcFirstLastPara="1" rIns="45700" wrap="square" tIns="22850">
            <a:noAutofit/>
          </a:bodyPr>
          <a:lstStyle/>
          <a:p>
            <a:pPr indent="0" lvl="0" marL="114300" marR="0" rtl="0" algn="just">
              <a:lnSpc>
                <a:spcPct val="90000"/>
              </a:lnSpc>
              <a:spcBef>
                <a:spcPts val="2000"/>
              </a:spcBef>
              <a:spcAft>
                <a:spcPts val="0"/>
              </a:spcAft>
              <a:buClr>
                <a:schemeClr val="dk1"/>
              </a:buClr>
              <a:buSzPts val="1800"/>
              <a:buFont typeface="Arial"/>
              <a:buNone/>
            </a:pPr>
            <a:r>
              <a:rPr b="1" i="0" lang="es-MX" sz="4000" u="none" cap="none" strike="noStrike">
                <a:solidFill>
                  <a:schemeClr val="dk1"/>
                </a:solidFill>
                <a:latin typeface="Lato"/>
                <a:ea typeface="Lato"/>
                <a:cs typeface="Lato"/>
                <a:sym typeface="Lato"/>
              </a:rPr>
              <a:t>Los sistemas distribuidos</a:t>
            </a:r>
            <a:r>
              <a:rPr b="0" i="0" lang="es-MX" sz="4000" u="none" cap="none" strike="noStrike">
                <a:solidFill>
                  <a:schemeClr val="dk1"/>
                </a:solidFill>
                <a:latin typeface="Lato"/>
                <a:ea typeface="Lato"/>
                <a:cs typeface="Lato"/>
                <a:sym typeface="Lato"/>
              </a:rPr>
              <a:t> dividen el trabajo entre </a:t>
            </a:r>
            <a:r>
              <a:rPr b="1" i="0" lang="es-MX" sz="4000" u="none" cap="none" strike="noStrike">
                <a:solidFill>
                  <a:schemeClr val="dk1"/>
                </a:solidFill>
                <a:latin typeface="Lato"/>
                <a:ea typeface="Lato"/>
                <a:cs typeface="Lato"/>
                <a:sym typeface="Lato"/>
              </a:rPr>
              <a:t>muchas máquinas conectadas en red</a:t>
            </a:r>
            <a:r>
              <a:rPr b="0" i="0" lang="es-MX" sz="4000" u="none" cap="none" strike="noStrike">
                <a:solidFill>
                  <a:schemeClr val="dk1"/>
                </a:solidFill>
                <a:latin typeface="Lato"/>
                <a:ea typeface="Lato"/>
                <a:cs typeface="Lato"/>
                <a:sym typeface="Lato"/>
              </a:rPr>
              <a:t>. En lugar de un servidor gigante y carísimo, tienes varios servidores más pequeños que trabajan juntos como un </a:t>
            </a:r>
            <a:r>
              <a:rPr b="1" i="0" lang="es-MX" sz="4000" u="none" cap="none" strike="noStrike">
                <a:solidFill>
                  <a:schemeClr val="dk1"/>
                </a:solidFill>
                <a:latin typeface="Lato"/>
                <a:ea typeface="Lato"/>
                <a:cs typeface="Lato"/>
                <a:sym typeface="Lato"/>
              </a:rPr>
              <a:t>equipo</a:t>
            </a:r>
            <a:r>
              <a:rPr b="0" i="0" lang="es-MX" sz="4000" u="none" cap="none" strike="noStrike">
                <a:solidFill>
                  <a:schemeClr val="dk1"/>
                </a:solidFill>
                <a:latin typeface="Lato"/>
                <a:ea typeface="Lato"/>
                <a:cs typeface="Lato"/>
                <a:sym typeface="Lato"/>
              </a:rPr>
              <a:t>.</a:t>
            </a:r>
            <a:endParaRPr b="0" i="0" sz="1400" u="none" cap="none" strike="noStrike">
              <a:solidFill>
                <a:srgbClr val="000000"/>
              </a:solidFill>
              <a:latin typeface="Arial"/>
              <a:ea typeface="Arial"/>
              <a:cs typeface="Arial"/>
              <a:sym typeface="Arial"/>
            </a:endParaRPr>
          </a:p>
          <a:p>
            <a:pPr indent="0" lvl="0" marL="114300" marR="0" rtl="0" algn="l">
              <a:lnSpc>
                <a:spcPct val="90000"/>
              </a:lnSpc>
              <a:spcBef>
                <a:spcPts val="2000"/>
              </a:spcBef>
              <a:spcAft>
                <a:spcPts val="0"/>
              </a:spcAft>
              <a:buClr>
                <a:schemeClr val="dk1"/>
              </a:buClr>
              <a:buSzPts val="1800"/>
              <a:buFont typeface="Arial"/>
              <a:buNone/>
            </a:pPr>
            <a:r>
              <a:t/>
            </a:r>
            <a:endParaRPr b="0" i="0" sz="4000" u="none" cap="none" strike="noStrike">
              <a:solidFill>
                <a:schemeClr val="dk1"/>
              </a:solidFill>
              <a:latin typeface="Lato"/>
              <a:ea typeface="Lato"/>
              <a:cs typeface="Lato"/>
              <a:sym typeface="Lato"/>
            </a:endParaRPr>
          </a:p>
        </p:txBody>
      </p:sp>
      <p:pic>
        <p:nvPicPr>
          <p:cNvPr id="466" name="Google Shape;466;p71"/>
          <p:cNvPicPr preferRelativeResize="0"/>
          <p:nvPr/>
        </p:nvPicPr>
        <p:blipFill rotWithShape="1">
          <a:blip r:embed="rId5">
            <a:alphaModFix/>
          </a:blip>
          <a:srcRect b="0" l="0" r="0" t="0"/>
          <a:stretch/>
        </p:blipFill>
        <p:spPr>
          <a:xfrm>
            <a:off x="2549938" y="3122925"/>
            <a:ext cx="3487271" cy="3487271"/>
          </a:xfrm>
          <a:prstGeom prst="rect">
            <a:avLst/>
          </a:prstGeom>
          <a:noFill/>
          <a:ln>
            <a:noFill/>
          </a:ln>
        </p:spPr>
      </p:pic>
      <p:grpSp>
        <p:nvGrpSpPr>
          <p:cNvPr id="467" name="Google Shape;467;p71"/>
          <p:cNvGrpSpPr/>
          <p:nvPr/>
        </p:nvGrpSpPr>
        <p:grpSpPr>
          <a:xfrm>
            <a:off x="5046572" y="9193952"/>
            <a:ext cx="14424207" cy="3350641"/>
            <a:chOff x="6185646" y="9072128"/>
            <a:chExt cx="14424207" cy="3350641"/>
          </a:xfrm>
        </p:grpSpPr>
        <p:pic>
          <p:nvPicPr>
            <p:cNvPr id="468" name="Google Shape;468;p71"/>
            <p:cNvPicPr preferRelativeResize="0"/>
            <p:nvPr/>
          </p:nvPicPr>
          <p:blipFill rotWithShape="1">
            <a:blip r:embed="rId4">
              <a:alphaModFix/>
            </a:blip>
            <a:srcRect b="0" l="0" r="0" t="0"/>
            <a:stretch/>
          </p:blipFill>
          <p:spPr>
            <a:xfrm>
              <a:off x="6185646" y="10184950"/>
              <a:ext cx="1846729" cy="1846729"/>
            </a:xfrm>
            <a:prstGeom prst="rect">
              <a:avLst/>
            </a:prstGeom>
            <a:noFill/>
            <a:ln>
              <a:noFill/>
            </a:ln>
          </p:spPr>
        </p:pic>
        <p:pic>
          <p:nvPicPr>
            <p:cNvPr id="469" name="Google Shape;469;p71"/>
            <p:cNvPicPr preferRelativeResize="0"/>
            <p:nvPr/>
          </p:nvPicPr>
          <p:blipFill rotWithShape="1">
            <a:blip r:embed="rId4">
              <a:alphaModFix/>
            </a:blip>
            <a:srcRect b="0" l="0" r="0" t="0"/>
            <a:stretch/>
          </p:blipFill>
          <p:spPr>
            <a:xfrm>
              <a:off x="10766610" y="9072129"/>
              <a:ext cx="1846729" cy="1846729"/>
            </a:xfrm>
            <a:prstGeom prst="rect">
              <a:avLst/>
            </a:prstGeom>
            <a:noFill/>
            <a:ln>
              <a:noFill/>
            </a:ln>
          </p:spPr>
        </p:pic>
        <p:pic>
          <p:nvPicPr>
            <p:cNvPr id="470" name="Google Shape;470;p71"/>
            <p:cNvPicPr preferRelativeResize="0"/>
            <p:nvPr/>
          </p:nvPicPr>
          <p:blipFill rotWithShape="1">
            <a:blip r:embed="rId4">
              <a:alphaModFix/>
            </a:blip>
            <a:srcRect b="0" l="0" r="0" t="0"/>
            <a:stretch/>
          </p:blipFill>
          <p:spPr>
            <a:xfrm>
              <a:off x="14863479" y="10576040"/>
              <a:ext cx="1846729" cy="1846729"/>
            </a:xfrm>
            <a:prstGeom prst="rect">
              <a:avLst/>
            </a:prstGeom>
            <a:noFill/>
            <a:ln>
              <a:noFill/>
            </a:ln>
          </p:spPr>
        </p:pic>
        <p:pic>
          <p:nvPicPr>
            <p:cNvPr id="471" name="Google Shape;471;p71"/>
            <p:cNvPicPr preferRelativeResize="0"/>
            <p:nvPr/>
          </p:nvPicPr>
          <p:blipFill rotWithShape="1">
            <a:blip r:embed="rId4">
              <a:alphaModFix/>
            </a:blip>
            <a:srcRect b="0" l="0" r="0" t="0"/>
            <a:stretch/>
          </p:blipFill>
          <p:spPr>
            <a:xfrm>
              <a:off x="18763124" y="9072128"/>
              <a:ext cx="1846729" cy="1846729"/>
            </a:xfrm>
            <a:prstGeom prst="rect">
              <a:avLst/>
            </a:prstGeom>
            <a:noFill/>
            <a:ln>
              <a:noFill/>
            </a:ln>
          </p:spPr>
        </p:pic>
        <p:cxnSp>
          <p:nvCxnSpPr>
            <p:cNvPr id="472" name="Google Shape;472;p71"/>
            <p:cNvCxnSpPr/>
            <p:nvPr/>
          </p:nvCxnSpPr>
          <p:spPr>
            <a:xfrm flipH="1" rot="10800000">
              <a:off x="7678268" y="9995493"/>
              <a:ext cx="3312461" cy="1112821"/>
            </a:xfrm>
            <a:prstGeom prst="straightConnector1">
              <a:avLst/>
            </a:prstGeom>
            <a:noFill/>
            <a:ln cap="flat" cmpd="sng" w="57150">
              <a:solidFill>
                <a:srgbClr val="3E6EC2"/>
              </a:solidFill>
              <a:prstDash val="solid"/>
              <a:round/>
              <a:headEnd len="sm" w="sm" type="none"/>
              <a:tailEnd len="sm" w="sm" type="none"/>
            </a:ln>
          </p:spPr>
        </p:cxnSp>
        <p:cxnSp>
          <p:nvCxnSpPr>
            <p:cNvPr id="473" name="Google Shape;473;p71"/>
            <p:cNvCxnSpPr/>
            <p:nvPr/>
          </p:nvCxnSpPr>
          <p:spPr>
            <a:xfrm>
              <a:off x="7678268" y="11108314"/>
              <a:ext cx="7382438" cy="391090"/>
            </a:xfrm>
            <a:prstGeom prst="straightConnector1">
              <a:avLst/>
            </a:prstGeom>
            <a:noFill/>
            <a:ln cap="flat" cmpd="sng" w="57150">
              <a:solidFill>
                <a:srgbClr val="3E6EC2"/>
              </a:solidFill>
              <a:prstDash val="solid"/>
              <a:round/>
              <a:headEnd len="sm" w="sm" type="none"/>
              <a:tailEnd len="sm" w="sm" type="none"/>
            </a:ln>
          </p:spPr>
        </p:cxnSp>
        <p:cxnSp>
          <p:nvCxnSpPr>
            <p:cNvPr id="474" name="Google Shape;474;p71"/>
            <p:cNvCxnSpPr/>
            <p:nvPr/>
          </p:nvCxnSpPr>
          <p:spPr>
            <a:xfrm>
              <a:off x="12395945" y="9894676"/>
              <a:ext cx="2664761" cy="1604728"/>
            </a:xfrm>
            <a:prstGeom prst="straightConnector1">
              <a:avLst/>
            </a:prstGeom>
            <a:noFill/>
            <a:ln cap="flat" cmpd="sng" w="57150">
              <a:solidFill>
                <a:srgbClr val="3E6EC2"/>
              </a:solidFill>
              <a:prstDash val="solid"/>
              <a:round/>
              <a:headEnd len="sm" w="sm" type="none"/>
              <a:tailEnd len="sm" w="sm" type="none"/>
            </a:ln>
          </p:spPr>
        </p:cxnSp>
        <p:cxnSp>
          <p:nvCxnSpPr>
            <p:cNvPr id="475" name="Google Shape;475;p71"/>
            <p:cNvCxnSpPr/>
            <p:nvPr/>
          </p:nvCxnSpPr>
          <p:spPr>
            <a:xfrm>
              <a:off x="12395945" y="9854308"/>
              <a:ext cx="6564403" cy="141184"/>
            </a:xfrm>
            <a:prstGeom prst="straightConnector1">
              <a:avLst/>
            </a:prstGeom>
            <a:noFill/>
            <a:ln cap="flat" cmpd="sng" w="57150">
              <a:solidFill>
                <a:srgbClr val="3E6EC2"/>
              </a:solidFill>
              <a:prstDash val="solid"/>
              <a:round/>
              <a:headEnd len="sm" w="sm" type="none"/>
              <a:tailEnd len="sm" w="sm" type="none"/>
            </a:ln>
          </p:spPr>
        </p:cxnSp>
        <p:cxnSp>
          <p:nvCxnSpPr>
            <p:cNvPr id="476" name="Google Shape;476;p71"/>
            <p:cNvCxnSpPr/>
            <p:nvPr/>
          </p:nvCxnSpPr>
          <p:spPr>
            <a:xfrm flipH="1" rot="10800000">
              <a:off x="16465922" y="10147892"/>
              <a:ext cx="2646826" cy="1492697"/>
            </a:xfrm>
            <a:prstGeom prst="straightConnector1">
              <a:avLst/>
            </a:prstGeom>
            <a:noFill/>
            <a:ln cap="flat" cmpd="sng" w="57150">
              <a:solidFill>
                <a:srgbClr val="3E6EC2"/>
              </a:solidFill>
              <a:prstDash val="solid"/>
              <a:round/>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66"/>
                                        </p:tgtEl>
                                        <p:attrNameLst>
                                          <p:attrName>style.visibility</p:attrName>
                                        </p:attrNameLst>
                                      </p:cBhvr>
                                      <p:to>
                                        <p:strVal val="visible"/>
                                      </p:to>
                                    </p:set>
                                    <p:anim calcmode="lin" valueType="num">
                                      <p:cBhvr additive="base">
                                        <p:cTn dur="500"/>
                                        <p:tgtEl>
                                          <p:spTgt spid="466"/>
                                        </p:tgtEl>
                                        <p:attrNameLst>
                                          <p:attrName>ppt_w</p:attrName>
                                        </p:attrNameLst>
                                      </p:cBhvr>
                                      <p:tavLst>
                                        <p:tav fmla="" tm="0">
                                          <p:val>
                                            <p:strVal val="0"/>
                                          </p:val>
                                        </p:tav>
                                        <p:tav fmla="" tm="100000">
                                          <p:val>
                                            <p:strVal val="#ppt_w"/>
                                          </p:val>
                                        </p:tav>
                                      </p:tavLst>
                                    </p:anim>
                                    <p:anim calcmode="lin" valueType="num">
                                      <p:cBhvr additive="base">
                                        <p:cTn dur="500"/>
                                        <p:tgtEl>
                                          <p:spTgt spid="46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gtEl>
                                        <p:attrNameLst>
                                          <p:attrName>style.visibility</p:attrName>
                                        </p:attrNameLst>
                                      </p:cBhvr>
                                      <p:to>
                                        <p:strVal val="visible"/>
                                      </p:to>
                                    </p:set>
                                    <p:animEffect filter="fade" transition="in">
                                      <p:cBhvr>
                                        <p:cTn dur="500"/>
                                        <p:tgtEl>
                                          <p:spTgt spid="4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500"/>
                                        <p:tgtEl>
                                          <p:spTgt spid="4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0" name="Shape 480"/>
        <p:cNvGrpSpPr/>
        <p:nvPr/>
      </p:nvGrpSpPr>
      <p:grpSpPr>
        <a:xfrm>
          <a:off x="0" y="0"/>
          <a:ext cx="0" cy="0"/>
          <a:chOff x="0" y="0"/>
          <a:chExt cx="0" cy="0"/>
        </a:xfrm>
      </p:grpSpPr>
      <p:sp>
        <p:nvSpPr>
          <p:cNvPr id="481" name="Google Shape;481;p72"/>
          <p:cNvSpPr txBox="1"/>
          <p:nvPr>
            <p:ph type="title"/>
          </p:nvPr>
        </p:nvSpPr>
        <p:spPr>
          <a:xfrm>
            <a:off x="3168503" y="730253"/>
            <a:ext cx="18011554"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8800"/>
              <a:buNone/>
            </a:pPr>
            <a:r>
              <a:rPr lang="es-MX">
                <a:latin typeface="Roboto"/>
                <a:ea typeface="Roboto"/>
                <a:cs typeface="Roboto"/>
                <a:sym typeface="Roboto"/>
              </a:rPr>
              <a:t>SISTEMAS DISTRIBUIDOS</a:t>
            </a:r>
            <a:endParaRPr/>
          </a:p>
        </p:txBody>
      </p:sp>
      <p:sp>
        <p:nvSpPr>
          <p:cNvPr id="482" name="Google Shape;482;p72"/>
          <p:cNvSpPr txBox="1"/>
          <p:nvPr/>
        </p:nvSpPr>
        <p:spPr>
          <a:xfrm>
            <a:off x="361951" y="13144501"/>
            <a:ext cx="23793450" cy="36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s-MX" sz="1800" u="none" cap="none" strike="noStrike">
                <a:solidFill>
                  <a:srgbClr val="000000"/>
                </a:solidFill>
                <a:latin typeface="Lato"/>
                <a:ea typeface="Lato"/>
                <a:cs typeface="Lato"/>
                <a:sym typeface="Lato"/>
              </a:rPr>
              <a:t>© Diseño y Gestión de Bases de Datos con SQL  | Universidad de los Andes </a:t>
            </a:r>
            <a:endParaRPr b="0" i="0" sz="1400" u="none" cap="none" strike="noStrike">
              <a:solidFill>
                <a:srgbClr val="000000"/>
              </a:solidFill>
              <a:latin typeface="Arial"/>
              <a:ea typeface="Arial"/>
              <a:cs typeface="Arial"/>
              <a:sym typeface="Arial"/>
            </a:endParaRPr>
          </a:p>
        </p:txBody>
      </p:sp>
      <p:sp>
        <p:nvSpPr>
          <p:cNvPr id="483" name="Google Shape;483;p72"/>
          <p:cNvSpPr txBox="1"/>
          <p:nvPr>
            <p:ph idx="1" type="body"/>
          </p:nvPr>
        </p:nvSpPr>
        <p:spPr>
          <a:xfrm>
            <a:off x="3168503" y="3421747"/>
            <a:ext cx="18011554" cy="1121868"/>
          </a:xfrm>
          <a:prstGeom prst="rect">
            <a:avLst/>
          </a:prstGeom>
          <a:noFill/>
          <a:ln>
            <a:noFill/>
          </a:ln>
        </p:spPr>
        <p:txBody>
          <a:bodyPr anchorCtr="0" anchor="t" bIns="22850" lIns="45700" spcFirstLastPara="1" rIns="45700" wrap="square" tIns="22850">
            <a:noAutofit/>
          </a:bodyPr>
          <a:lstStyle/>
          <a:p>
            <a:pPr indent="0" lvl="0" marL="114300" rtl="0" algn="l">
              <a:lnSpc>
                <a:spcPct val="90000"/>
              </a:lnSpc>
              <a:spcBef>
                <a:spcPts val="2000"/>
              </a:spcBef>
              <a:spcAft>
                <a:spcPts val="0"/>
              </a:spcAft>
              <a:buSzPts val="1800"/>
              <a:buNone/>
            </a:pPr>
            <a:r>
              <a:rPr b="1" lang="es-MX" sz="4000">
                <a:latin typeface="Lato"/>
                <a:ea typeface="Lato"/>
                <a:cs typeface="Lato"/>
                <a:sym typeface="Lato"/>
              </a:rPr>
              <a:t>NoSQL</a:t>
            </a:r>
            <a:r>
              <a:rPr lang="es-MX" sz="4000">
                <a:latin typeface="Lato"/>
                <a:ea typeface="Lato"/>
                <a:cs typeface="Lato"/>
                <a:sym typeface="Lato"/>
              </a:rPr>
              <a:t> está diseñado desde el inicio para aprovechar este modelo:</a:t>
            </a:r>
            <a:endParaRPr/>
          </a:p>
        </p:txBody>
      </p:sp>
      <p:sp>
        <p:nvSpPr>
          <p:cNvPr id="484" name="Google Shape;484;p72"/>
          <p:cNvSpPr txBox="1"/>
          <p:nvPr/>
        </p:nvSpPr>
        <p:spPr>
          <a:xfrm>
            <a:off x="3168503" y="8787568"/>
            <a:ext cx="18011554" cy="2491059"/>
          </a:xfrm>
          <a:prstGeom prst="rect">
            <a:avLst/>
          </a:prstGeom>
          <a:noFill/>
          <a:ln>
            <a:noFill/>
          </a:ln>
        </p:spPr>
        <p:txBody>
          <a:bodyPr anchorCtr="0" anchor="t" bIns="22850" lIns="45700" spcFirstLastPara="1" rIns="45700" wrap="square" tIns="22850">
            <a:noAutofit/>
          </a:bodyPr>
          <a:lstStyle/>
          <a:p>
            <a:pPr indent="-342900" lvl="0" marL="457200" marR="0" rtl="0" algn="l">
              <a:lnSpc>
                <a:spcPct val="90000"/>
              </a:lnSpc>
              <a:spcBef>
                <a:spcPts val="2000"/>
              </a:spcBef>
              <a:spcAft>
                <a:spcPts val="0"/>
              </a:spcAft>
              <a:buClr>
                <a:schemeClr val="dk1"/>
              </a:buClr>
              <a:buSzPts val="4000"/>
              <a:buFont typeface="Arial"/>
              <a:buChar char="•"/>
            </a:pPr>
            <a:r>
              <a:rPr b="0" i="0" lang="es-MX" sz="4000" u="none" cap="none" strike="noStrike">
                <a:solidFill>
                  <a:schemeClr val="dk1"/>
                </a:solidFill>
                <a:latin typeface="Lato"/>
                <a:ea typeface="Lato"/>
                <a:cs typeface="Lato"/>
                <a:sym typeface="Lato"/>
              </a:rPr>
              <a:t>Datos repartidos en distintos servidores.</a:t>
            </a:r>
            <a:endParaRPr b="0" i="0" sz="1400" u="none" cap="none" strike="noStrike">
              <a:solidFill>
                <a:srgbClr val="000000"/>
              </a:solidFill>
              <a:latin typeface="Arial"/>
              <a:ea typeface="Arial"/>
              <a:cs typeface="Arial"/>
              <a:sym typeface="Arial"/>
            </a:endParaRPr>
          </a:p>
          <a:p>
            <a:pPr indent="-342900" lvl="0" marL="457200" marR="0" rtl="0" algn="l">
              <a:lnSpc>
                <a:spcPct val="90000"/>
              </a:lnSpc>
              <a:spcBef>
                <a:spcPts val="2000"/>
              </a:spcBef>
              <a:spcAft>
                <a:spcPts val="0"/>
              </a:spcAft>
              <a:buClr>
                <a:schemeClr val="dk1"/>
              </a:buClr>
              <a:buSzPts val="4000"/>
              <a:buFont typeface="Arial"/>
              <a:buChar char="•"/>
            </a:pPr>
            <a:r>
              <a:rPr b="0" i="0" lang="es-MX" sz="4000" u="none" cap="none" strike="noStrike">
                <a:solidFill>
                  <a:schemeClr val="dk1"/>
                </a:solidFill>
                <a:latin typeface="Lato"/>
                <a:ea typeface="Lato"/>
                <a:cs typeface="Lato"/>
                <a:sym typeface="Lato"/>
              </a:rPr>
              <a:t>Posibilidad de crecer agregando más máquinas (escalabilidad horizontal).</a:t>
            </a:r>
            <a:endParaRPr b="0" i="0" sz="1400" u="none" cap="none" strike="noStrike">
              <a:solidFill>
                <a:srgbClr val="000000"/>
              </a:solidFill>
              <a:latin typeface="Arial"/>
              <a:ea typeface="Arial"/>
              <a:cs typeface="Arial"/>
              <a:sym typeface="Arial"/>
            </a:endParaRPr>
          </a:p>
          <a:p>
            <a:pPr indent="-342900" lvl="0" marL="457200" marR="0" rtl="0" algn="l">
              <a:lnSpc>
                <a:spcPct val="90000"/>
              </a:lnSpc>
              <a:spcBef>
                <a:spcPts val="2000"/>
              </a:spcBef>
              <a:spcAft>
                <a:spcPts val="0"/>
              </a:spcAft>
              <a:buClr>
                <a:schemeClr val="dk1"/>
              </a:buClr>
              <a:buSzPts val="4000"/>
              <a:buFont typeface="Arial"/>
              <a:buChar char="•"/>
            </a:pPr>
            <a:r>
              <a:rPr b="0" i="0" lang="es-MX" sz="4000" u="none" cap="none" strike="noStrike">
                <a:solidFill>
                  <a:schemeClr val="dk1"/>
                </a:solidFill>
                <a:latin typeface="Lato"/>
                <a:ea typeface="Lato"/>
                <a:cs typeface="Lato"/>
                <a:sym typeface="Lato"/>
              </a:rPr>
              <a:t>Responder rápido aunque haya millones de usuarios al mismo tiempo.</a:t>
            </a:r>
            <a:endParaRPr b="0" i="0" sz="1400" u="none" cap="none" strike="noStrike">
              <a:solidFill>
                <a:srgbClr val="000000"/>
              </a:solidFill>
              <a:latin typeface="Arial"/>
              <a:ea typeface="Arial"/>
              <a:cs typeface="Arial"/>
              <a:sym typeface="Arial"/>
            </a:endParaRPr>
          </a:p>
        </p:txBody>
      </p:sp>
      <p:grpSp>
        <p:nvGrpSpPr>
          <p:cNvPr id="485" name="Google Shape;485;p72"/>
          <p:cNvGrpSpPr/>
          <p:nvPr/>
        </p:nvGrpSpPr>
        <p:grpSpPr>
          <a:xfrm>
            <a:off x="5046572" y="4904653"/>
            <a:ext cx="14424207" cy="3350641"/>
            <a:chOff x="6185646" y="9072128"/>
            <a:chExt cx="14424207" cy="3350641"/>
          </a:xfrm>
        </p:grpSpPr>
        <p:pic>
          <p:nvPicPr>
            <p:cNvPr id="486" name="Google Shape;486;p72"/>
            <p:cNvPicPr preferRelativeResize="0"/>
            <p:nvPr/>
          </p:nvPicPr>
          <p:blipFill rotWithShape="1">
            <a:blip r:embed="rId4">
              <a:alphaModFix/>
            </a:blip>
            <a:srcRect b="0" l="0" r="0" t="0"/>
            <a:stretch/>
          </p:blipFill>
          <p:spPr>
            <a:xfrm>
              <a:off x="6185646" y="10184950"/>
              <a:ext cx="1846729" cy="1846729"/>
            </a:xfrm>
            <a:prstGeom prst="rect">
              <a:avLst/>
            </a:prstGeom>
            <a:noFill/>
            <a:ln>
              <a:noFill/>
            </a:ln>
          </p:spPr>
        </p:pic>
        <p:pic>
          <p:nvPicPr>
            <p:cNvPr id="487" name="Google Shape;487;p72"/>
            <p:cNvPicPr preferRelativeResize="0"/>
            <p:nvPr/>
          </p:nvPicPr>
          <p:blipFill rotWithShape="1">
            <a:blip r:embed="rId4">
              <a:alphaModFix/>
            </a:blip>
            <a:srcRect b="0" l="0" r="0" t="0"/>
            <a:stretch/>
          </p:blipFill>
          <p:spPr>
            <a:xfrm>
              <a:off x="10766610" y="9072129"/>
              <a:ext cx="1846729" cy="1846729"/>
            </a:xfrm>
            <a:prstGeom prst="rect">
              <a:avLst/>
            </a:prstGeom>
            <a:noFill/>
            <a:ln>
              <a:noFill/>
            </a:ln>
          </p:spPr>
        </p:pic>
        <p:pic>
          <p:nvPicPr>
            <p:cNvPr id="488" name="Google Shape;488;p72"/>
            <p:cNvPicPr preferRelativeResize="0"/>
            <p:nvPr/>
          </p:nvPicPr>
          <p:blipFill rotWithShape="1">
            <a:blip r:embed="rId4">
              <a:alphaModFix/>
            </a:blip>
            <a:srcRect b="0" l="0" r="0" t="0"/>
            <a:stretch/>
          </p:blipFill>
          <p:spPr>
            <a:xfrm>
              <a:off x="14863479" y="10576040"/>
              <a:ext cx="1846729" cy="1846729"/>
            </a:xfrm>
            <a:prstGeom prst="rect">
              <a:avLst/>
            </a:prstGeom>
            <a:noFill/>
            <a:ln>
              <a:noFill/>
            </a:ln>
          </p:spPr>
        </p:pic>
        <p:pic>
          <p:nvPicPr>
            <p:cNvPr id="489" name="Google Shape;489;p72"/>
            <p:cNvPicPr preferRelativeResize="0"/>
            <p:nvPr/>
          </p:nvPicPr>
          <p:blipFill rotWithShape="1">
            <a:blip r:embed="rId4">
              <a:alphaModFix/>
            </a:blip>
            <a:srcRect b="0" l="0" r="0" t="0"/>
            <a:stretch/>
          </p:blipFill>
          <p:spPr>
            <a:xfrm>
              <a:off x="18763124" y="9072128"/>
              <a:ext cx="1846729" cy="1846729"/>
            </a:xfrm>
            <a:prstGeom prst="rect">
              <a:avLst/>
            </a:prstGeom>
            <a:noFill/>
            <a:ln>
              <a:noFill/>
            </a:ln>
          </p:spPr>
        </p:pic>
        <p:cxnSp>
          <p:nvCxnSpPr>
            <p:cNvPr id="490" name="Google Shape;490;p72"/>
            <p:cNvCxnSpPr/>
            <p:nvPr/>
          </p:nvCxnSpPr>
          <p:spPr>
            <a:xfrm flipH="1" rot="10800000">
              <a:off x="7678268" y="9995493"/>
              <a:ext cx="3312461" cy="1112821"/>
            </a:xfrm>
            <a:prstGeom prst="straightConnector1">
              <a:avLst/>
            </a:prstGeom>
            <a:noFill/>
            <a:ln cap="flat" cmpd="sng" w="57150">
              <a:solidFill>
                <a:srgbClr val="3E6EC2"/>
              </a:solidFill>
              <a:prstDash val="solid"/>
              <a:round/>
              <a:headEnd len="sm" w="sm" type="none"/>
              <a:tailEnd len="sm" w="sm" type="none"/>
            </a:ln>
          </p:spPr>
        </p:cxnSp>
        <p:cxnSp>
          <p:nvCxnSpPr>
            <p:cNvPr id="491" name="Google Shape;491;p72"/>
            <p:cNvCxnSpPr/>
            <p:nvPr/>
          </p:nvCxnSpPr>
          <p:spPr>
            <a:xfrm>
              <a:off x="7678268" y="11108314"/>
              <a:ext cx="7382438" cy="391090"/>
            </a:xfrm>
            <a:prstGeom prst="straightConnector1">
              <a:avLst/>
            </a:prstGeom>
            <a:noFill/>
            <a:ln cap="flat" cmpd="sng" w="57150">
              <a:solidFill>
                <a:srgbClr val="3E6EC2"/>
              </a:solidFill>
              <a:prstDash val="solid"/>
              <a:round/>
              <a:headEnd len="sm" w="sm" type="none"/>
              <a:tailEnd len="sm" w="sm" type="none"/>
            </a:ln>
          </p:spPr>
        </p:cxnSp>
        <p:cxnSp>
          <p:nvCxnSpPr>
            <p:cNvPr id="492" name="Google Shape;492;p72"/>
            <p:cNvCxnSpPr/>
            <p:nvPr/>
          </p:nvCxnSpPr>
          <p:spPr>
            <a:xfrm>
              <a:off x="12395945" y="9894676"/>
              <a:ext cx="2664761" cy="1604728"/>
            </a:xfrm>
            <a:prstGeom prst="straightConnector1">
              <a:avLst/>
            </a:prstGeom>
            <a:noFill/>
            <a:ln cap="flat" cmpd="sng" w="57150">
              <a:solidFill>
                <a:srgbClr val="3E6EC2"/>
              </a:solidFill>
              <a:prstDash val="solid"/>
              <a:round/>
              <a:headEnd len="sm" w="sm" type="none"/>
              <a:tailEnd len="sm" w="sm" type="none"/>
            </a:ln>
          </p:spPr>
        </p:cxnSp>
        <p:cxnSp>
          <p:nvCxnSpPr>
            <p:cNvPr id="493" name="Google Shape;493;p72"/>
            <p:cNvCxnSpPr/>
            <p:nvPr/>
          </p:nvCxnSpPr>
          <p:spPr>
            <a:xfrm>
              <a:off x="12395945" y="9854308"/>
              <a:ext cx="6564403" cy="141184"/>
            </a:xfrm>
            <a:prstGeom prst="straightConnector1">
              <a:avLst/>
            </a:prstGeom>
            <a:noFill/>
            <a:ln cap="flat" cmpd="sng" w="57150">
              <a:solidFill>
                <a:srgbClr val="3E6EC2"/>
              </a:solidFill>
              <a:prstDash val="solid"/>
              <a:round/>
              <a:headEnd len="sm" w="sm" type="none"/>
              <a:tailEnd len="sm" w="sm" type="none"/>
            </a:ln>
          </p:spPr>
        </p:cxnSp>
        <p:cxnSp>
          <p:nvCxnSpPr>
            <p:cNvPr id="494" name="Google Shape;494;p72"/>
            <p:cNvCxnSpPr/>
            <p:nvPr/>
          </p:nvCxnSpPr>
          <p:spPr>
            <a:xfrm flipH="1" rot="10800000">
              <a:off x="16465922" y="10147892"/>
              <a:ext cx="2646826" cy="1492697"/>
            </a:xfrm>
            <a:prstGeom prst="straightConnector1">
              <a:avLst/>
            </a:prstGeom>
            <a:noFill/>
            <a:ln cap="flat" cmpd="sng" w="57150">
              <a:solidFill>
                <a:srgbClr val="3E6EC2"/>
              </a:solidFill>
              <a:prstDash val="solid"/>
              <a:round/>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4">
                                            <p:txEl>
                                              <p:pRg end="0" st="0"/>
                                            </p:txEl>
                                          </p:spTgt>
                                        </p:tgtEl>
                                        <p:attrNameLst>
                                          <p:attrName>style.visibility</p:attrName>
                                        </p:attrNameLst>
                                      </p:cBhvr>
                                      <p:to>
                                        <p:strVal val="visible"/>
                                      </p:to>
                                    </p:set>
                                    <p:animEffect filter="fade" transition="in">
                                      <p:cBhvr>
                                        <p:cTn dur="500"/>
                                        <p:tgtEl>
                                          <p:spTgt spid="4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4">
                                            <p:txEl>
                                              <p:pRg end="1" st="1"/>
                                            </p:txEl>
                                          </p:spTgt>
                                        </p:tgtEl>
                                        <p:attrNameLst>
                                          <p:attrName>style.visibility</p:attrName>
                                        </p:attrNameLst>
                                      </p:cBhvr>
                                      <p:to>
                                        <p:strVal val="visible"/>
                                      </p:to>
                                    </p:set>
                                    <p:animEffect filter="fade" transition="in">
                                      <p:cBhvr>
                                        <p:cTn dur="500"/>
                                        <p:tgtEl>
                                          <p:spTgt spid="4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4">
                                            <p:txEl>
                                              <p:pRg end="2" st="2"/>
                                            </p:txEl>
                                          </p:spTgt>
                                        </p:tgtEl>
                                        <p:attrNameLst>
                                          <p:attrName>style.visibility</p:attrName>
                                        </p:attrNameLst>
                                      </p:cBhvr>
                                      <p:to>
                                        <p:strVal val="visible"/>
                                      </p:to>
                                    </p:set>
                                    <p:animEffect filter="fade" transition="in">
                                      <p:cBhvr>
                                        <p:cTn dur="500"/>
                                        <p:tgtEl>
                                          <p:spTgt spid="484">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98" name="Shape 498"/>
        <p:cNvGrpSpPr/>
        <p:nvPr/>
      </p:nvGrpSpPr>
      <p:grpSpPr>
        <a:xfrm>
          <a:off x="0" y="0"/>
          <a:ext cx="0" cy="0"/>
          <a:chOff x="0" y="0"/>
          <a:chExt cx="0" cy="0"/>
        </a:xfrm>
      </p:grpSpPr>
      <p:sp>
        <p:nvSpPr>
          <p:cNvPr id="499" name="Google Shape;499;p73"/>
          <p:cNvSpPr txBox="1"/>
          <p:nvPr>
            <p:ph type="title"/>
          </p:nvPr>
        </p:nvSpPr>
        <p:spPr>
          <a:xfrm>
            <a:off x="3168503" y="730253"/>
            <a:ext cx="18011554"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8800"/>
              <a:buNone/>
            </a:pPr>
            <a:r>
              <a:rPr lang="es-MX">
                <a:latin typeface="Roboto"/>
                <a:ea typeface="Roboto"/>
                <a:cs typeface="Roboto"/>
                <a:sym typeface="Roboto"/>
              </a:rPr>
              <a:t>SISTEMAS DISTRIBUIDOS</a:t>
            </a:r>
            <a:endParaRPr/>
          </a:p>
        </p:txBody>
      </p:sp>
      <p:sp>
        <p:nvSpPr>
          <p:cNvPr id="500" name="Google Shape;500;p73"/>
          <p:cNvSpPr txBox="1"/>
          <p:nvPr/>
        </p:nvSpPr>
        <p:spPr>
          <a:xfrm>
            <a:off x="361951" y="13144501"/>
            <a:ext cx="23793450" cy="36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s-MX" sz="1800" u="none" cap="none" strike="noStrike">
                <a:solidFill>
                  <a:srgbClr val="000000"/>
                </a:solidFill>
                <a:latin typeface="Lato"/>
                <a:ea typeface="Lato"/>
                <a:cs typeface="Lato"/>
                <a:sym typeface="Lato"/>
              </a:rPr>
              <a:t>© Diseño y Gestión de Bases de Datos con SQL  | Universidad de los Andes </a:t>
            </a:r>
            <a:endParaRPr b="0" i="0" sz="1400" u="none" cap="none" strike="noStrike">
              <a:solidFill>
                <a:srgbClr val="000000"/>
              </a:solidFill>
              <a:latin typeface="Arial"/>
              <a:ea typeface="Arial"/>
              <a:cs typeface="Arial"/>
              <a:sym typeface="Arial"/>
            </a:endParaRPr>
          </a:p>
        </p:txBody>
      </p:sp>
      <p:sp>
        <p:nvSpPr>
          <p:cNvPr id="501" name="Google Shape;501;p73"/>
          <p:cNvSpPr txBox="1"/>
          <p:nvPr>
            <p:ph idx="1" type="body"/>
          </p:nvPr>
        </p:nvSpPr>
        <p:spPr>
          <a:xfrm>
            <a:off x="3168503" y="3421747"/>
            <a:ext cx="18011554" cy="1121868"/>
          </a:xfrm>
          <a:prstGeom prst="rect">
            <a:avLst/>
          </a:prstGeom>
          <a:noFill/>
          <a:ln>
            <a:noFill/>
          </a:ln>
        </p:spPr>
        <p:txBody>
          <a:bodyPr anchorCtr="0" anchor="t" bIns="22850" lIns="45700" spcFirstLastPara="1" rIns="45700" wrap="square" tIns="22850">
            <a:noAutofit/>
          </a:bodyPr>
          <a:lstStyle/>
          <a:p>
            <a:pPr indent="0" lvl="0" marL="114300" rtl="0" algn="l">
              <a:lnSpc>
                <a:spcPct val="90000"/>
              </a:lnSpc>
              <a:spcBef>
                <a:spcPts val="2000"/>
              </a:spcBef>
              <a:spcAft>
                <a:spcPts val="0"/>
              </a:spcAft>
              <a:buSzPts val="1800"/>
              <a:buNone/>
            </a:pPr>
            <a:r>
              <a:rPr b="1" lang="es-MX" sz="4000">
                <a:latin typeface="Lato"/>
                <a:ea typeface="Lato"/>
                <a:cs typeface="Lato"/>
                <a:sym typeface="Lato"/>
              </a:rPr>
              <a:t>Pensémoslo con un par de ejemplos…</a:t>
            </a:r>
            <a:endParaRPr sz="4000">
              <a:latin typeface="Lato"/>
              <a:ea typeface="Lato"/>
              <a:cs typeface="Lato"/>
              <a:sym typeface="Lato"/>
            </a:endParaRPr>
          </a:p>
        </p:txBody>
      </p:sp>
      <p:sp>
        <p:nvSpPr>
          <p:cNvPr id="502" name="Google Shape;502;p73"/>
          <p:cNvSpPr txBox="1"/>
          <p:nvPr/>
        </p:nvSpPr>
        <p:spPr>
          <a:xfrm>
            <a:off x="10614212" y="4584519"/>
            <a:ext cx="10919011" cy="2491059"/>
          </a:xfrm>
          <a:prstGeom prst="rect">
            <a:avLst/>
          </a:prstGeom>
          <a:noFill/>
          <a:ln>
            <a:noFill/>
          </a:ln>
        </p:spPr>
        <p:txBody>
          <a:bodyPr anchorCtr="0" anchor="t" bIns="22850" lIns="45700" spcFirstLastPara="1" rIns="45700" wrap="square" tIns="22850">
            <a:noAutofit/>
          </a:bodyPr>
          <a:lstStyle/>
          <a:p>
            <a:pPr indent="0" lvl="0" marL="114300" marR="0" rtl="0" algn="l">
              <a:lnSpc>
                <a:spcPct val="90000"/>
              </a:lnSpc>
              <a:spcBef>
                <a:spcPts val="2000"/>
              </a:spcBef>
              <a:spcAft>
                <a:spcPts val="0"/>
              </a:spcAft>
              <a:buClr>
                <a:schemeClr val="dk1"/>
              </a:buClr>
              <a:buSzPts val="4000"/>
              <a:buFont typeface="Arial"/>
              <a:buNone/>
            </a:pPr>
            <a:r>
              <a:rPr b="1" i="0" lang="es-MX" sz="4000" u="none" cap="none" strike="noStrike">
                <a:solidFill>
                  <a:schemeClr val="dk1"/>
                </a:solidFill>
                <a:latin typeface="Lato"/>
                <a:ea typeface="Lato"/>
                <a:cs typeface="Lato"/>
                <a:sym typeface="Lato"/>
              </a:rPr>
              <a:t>Si estamos en un supermercado: </a:t>
            </a:r>
            <a:endParaRPr b="0" i="0" sz="1400" u="none" cap="none" strike="noStrike">
              <a:solidFill>
                <a:srgbClr val="000000"/>
              </a:solidFill>
              <a:latin typeface="Arial"/>
              <a:ea typeface="Arial"/>
              <a:cs typeface="Arial"/>
              <a:sym typeface="Arial"/>
            </a:endParaRPr>
          </a:p>
          <a:p>
            <a:pPr indent="0" lvl="0" marL="114300" marR="0" rtl="0" algn="l">
              <a:lnSpc>
                <a:spcPct val="90000"/>
              </a:lnSpc>
              <a:spcBef>
                <a:spcPts val="2000"/>
              </a:spcBef>
              <a:spcAft>
                <a:spcPts val="0"/>
              </a:spcAft>
              <a:buClr>
                <a:schemeClr val="dk1"/>
              </a:buClr>
              <a:buSzPts val="4000"/>
              <a:buFont typeface="Arial"/>
              <a:buNone/>
            </a:pPr>
            <a:r>
              <a:rPr b="0" i="0" lang="es-MX" sz="4000" u="none" cap="none" strike="noStrike">
                <a:solidFill>
                  <a:schemeClr val="dk1"/>
                </a:solidFill>
                <a:latin typeface="Lato"/>
                <a:ea typeface="Lato"/>
                <a:cs typeface="Lato"/>
                <a:sym typeface="Lato"/>
              </a:rPr>
              <a:t>Entre más cajas se abren, más clientes pueden pagar a la vez</a:t>
            </a:r>
            <a:endParaRPr b="0" i="0" sz="1400" u="none" cap="none" strike="noStrike">
              <a:solidFill>
                <a:srgbClr val="000000"/>
              </a:solidFill>
              <a:latin typeface="Arial"/>
              <a:ea typeface="Arial"/>
              <a:cs typeface="Arial"/>
              <a:sym typeface="Arial"/>
            </a:endParaRPr>
          </a:p>
        </p:txBody>
      </p:sp>
      <p:pic>
        <p:nvPicPr>
          <p:cNvPr id="503" name="Google Shape;503;p73"/>
          <p:cNvPicPr preferRelativeResize="0"/>
          <p:nvPr/>
        </p:nvPicPr>
        <p:blipFill rotWithShape="1">
          <a:blip r:embed="rId4">
            <a:alphaModFix/>
          </a:blip>
          <a:srcRect b="0" l="0" r="0" t="0"/>
          <a:stretch/>
        </p:blipFill>
        <p:spPr>
          <a:xfrm>
            <a:off x="3168503" y="4938062"/>
            <a:ext cx="1712259" cy="1712259"/>
          </a:xfrm>
          <a:prstGeom prst="rect">
            <a:avLst/>
          </a:prstGeom>
          <a:noFill/>
          <a:ln>
            <a:noFill/>
          </a:ln>
        </p:spPr>
      </p:pic>
      <p:pic>
        <p:nvPicPr>
          <p:cNvPr id="504" name="Google Shape;504;p73"/>
          <p:cNvPicPr preferRelativeResize="0"/>
          <p:nvPr/>
        </p:nvPicPr>
        <p:blipFill rotWithShape="1">
          <a:blip r:embed="rId4">
            <a:alphaModFix/>
          </a:blip>
          <a:srcRect b="0" l="0" r="0" t="0"/>
          <a:stretch/>
        </p:blipFill>
        <p:spPr>
          <a:xfrm>
            <a:off x="5729887" y="4938062"/>
            <a:ext cx="1712259" cy="1712259"/>
          </a:xfrm>
          <a:prstGeom prst="rect">
            <a:avLst/>
          </a:prstGeom>
          <a:noFill/>
          <a:ln>
            <a:noFill/>
          </a:ln>
        </p:spPr>
      </p:pic>
      <p:pic>
        <p:nvPicPr>
          <p:cNvPr id="505" name="Google Shape;505;p73"/>
          <p:cNvPicPr preferRelativeResize="0"/>
          <p:nvPr/>
        </p:nvPicPr>
        <p:blipFill rotWithShape="1">
          <a:blip r:embed="rId4">
            <a:alphaModFix/>
          </a:blip>
          <a:srcRect b="0" l="0" r="0" t="0"/>
          <a:stretch/>
        </p:blipFill>
        <p:spPr>
          <a:xfrm>
            <a:off x="8291271" y="4938061"/>
            <a:ext cx="1712259" cy="1712259"/>
          </a:xfrm>
          <a:prstGeom prst="rect">
            <a:avLst/>
          </a:prstGeom>
          <a:noFill/>
          <a:ln>
            <a:noFill/>
          </a:ln>
        </p:spPr>
      </p:pic>
      <p:pic>
        <p:nvPicPr>
          <p:cNvPr id="506" name="Google Shape;506;p73"/>
          <p:cNvPicPr preferRelativeResize="0"/>
          <p:nvPr/>
        </p:nvPicPr>
        <p:blipFill rotWithShape="1">
          <a:blip r:embed="rId5">
            <a:alphaModFix/>
          </a:blip>
          <a:srcRect b="0" l="0" r="0" t="0"/>
          <a:stretch/>
        </p:blipFill>
        <p:spPr>
          <a:xfrm>
            <a:off x="3016103" y="7738043"/>
            <a:ext cx="1712259" cy="1712259"/>
          </a:xfrm>
          <a:prstGeom prst="rect">
            <a:avLst/>
          </a:prstGeom>
          <a:noFill/>
          <a:ln>
            <a:noFill/>
          </a:ln>
        </p:spPr>
      </p:pic>
      <p:pic>
        <p:nvPicPr>
          <p:cNvPr id="507" name="Google Shape;507;p73"/>
          <p:cNvPicPr preferRelativeResize="0"/>
          <p:nvPr/>
        </p:nvPicPr>
        <p:blipFill rotWithShape="1">
          <a:blip r:embed="rId5">
            <a:alphaModFix/>
          </a:blip>
          <a:srcRect b="0" l="0" r="0" t="0"/>
          <a:stretch/>
        </p:blipFill>
        <p:spPr>
          <a:xfrm>
            <a:off x="5653686" y="7738042"/>
            <a:ext cx="1712259" cy="1712259"/>
          </a:xfrm>
          <a:prstGeom prst="rect">
            <a:avLst/>
          </a:prstGeom>
          <a:noFill/>
          <a:ln>
            <a:noFill/>
          </a:ln>
        </p:spPr>
      </p:pic>
      <p:pic>
        <p:nvPicPr>
          <p:cNvPr id="508" name="Google Shape;508;p73"/>
          <p:cNvPicPr preferRelativeResize="0"/>
          <p:nvPr/>
        </p:nvPicPr>
        <p:blipFill rotWithShape="1">
          <a:blip r:embed="rId5">
            <a:alphaModFix/>
          </a:blip>
          <a:srcRect b="0" l="0" r="0" t="0"/>
          <a:stretch/>
        </p:blipFill>
        <p:spPr>
          <a:xfrm>
            <a:off x="8291270" y="7738042"/>
            <a:ext cx="1712259" cy="1712259"/>
          </a:xfrm>
          <a:prstGeom prst="rect">
            <a:avLst/>
          </a:prstGeom>
          <a:noFill/>
          <a:ln>
            <a:noFill/>
          </a:ln>
        </p:spPr>
      </p:pic>
      <p:sp>
        <p:nvSpPr>
          <p:cNvPr id="509" name="Google Shape;509;p73"/>
          <p:cNvSpPr txBox="1"/>
          <p:nvPr/>
        </p:nvSpPr>
        <p:spPr>
          <a:xfrm>
            <a:off x="10614212" y="7348641"/>
            <a:ext cx="10919011" cy="2491059"/>
          </a:xfrm>
          <a:prstGeom prst="rect">
            <a:avLst/>
          </a:prstGeom>
          <a:noFill/>
          <a:ln>
            <a:noFill/>
          </a:ln>
        </p:spPr>
        <p:txBody>
          <a:bodyPr anchorCtr="0" anchor="t" bIns="22850" lIns="45700" spcFirstLastPara="1" rIns="45700" wrap="square" tIns="22850">
            <a:noAutofit/>
          </a:bodyPr>
          <a:lstStyle/>
          <a:p>
            <a:pPr indent="0" lvl="0" marL="114300" marR="0" rtl="0" algn="l">
              <a:lnSpc>
                <a:spcPct val="90000"/>
              </a:lnSpc>
              <a:spcBef>
                <a:spcPts val="2000"/>
              </a:spcBef>
              <a:spcAft>
                <a:spcPts val="0"/>
              </a:spcAft>
              <a:buClr>
                <a:schemeClr val="dk1"/>
              </a:buClr>
              <a:buSzPts val="4000"/>
              <a:buFont typeface="Arial"/>
              <a:buNone/>
            </a:pPr>
            <a:r>
              <a:rPr b="1" i="0" lang="es-MX" sz="4000" u="none" cap="none" strike="noStrike">
                <a:solidFill>
                  <a:schemeClr val="dk1"/>
                </a:solidFill>
                <a:latin typeface="Lato"/>
                <a:ea typeface="Lato"/>
                <a:cs typeface="Lato"/>
                <a:sym typeface="Lato"/>
              </a:rPr>
              <a:t>Equipos de trabajo: </a:t>
            </a:r>
            <a:endParaRPr b="0" i="0" sz="1400" u="none" cap="none" strike="noStrike">
              <a:solidFill>
                <a:srgbClr val="000000"/>
              </a:solidFill>
              <a:latin typeface="Arial"/>
              <a:ea typeface="Arial"/>
              <a:cs typeface="Arial"/>
              <a:sym typeface="Arial"/>
            </a:endParaRPr>
          </a:p>
          <a:p>
            <a:pPr indent="0" lvl="0" marL="114300" marR="0" rtl="0" algn="l">
              <a:lnSpc>
                <a:spcPct val="90000"/>
              </a:lnSpc>
              <a:spcBef>
                <a:spcPts val="2000"/>
              </a:spcBef>
              <a:spcAft>
                <a:spcPts val="0"/>
              </a:spcAft>
              <a:buClr>
                <a:schemeClr val="dk1"/>
              </a:buClr>
              <a:buSzPts val="4000"/>
              <a:buFont typeface="Arial"/>
              <a:buNone/>
            </a:pPr>
            <a:r>
              <a:rPr b="0" i="0" lang="es-MX" sz="4000" u="none" cap="none" strike="noStrike">
                <a:solidFill>
                  <a:schemeClr val="dk1"/>
                </a:solidFill>
                <a:latin typeface="Lato"/>
                <a:ea typeface="Lato"/>
                <a:cs typeface="Lato"/>
                <a:sym typeface="Lato"/>
              </a:rPr>
              <a:t>Una sola persona no puede cargar con todo, sino que hay muchas repartiendo las tareas.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
                                            <p:txEl>
                                              <p:pRg end="0" st="0"/>
                                            </p:txEl>
                                          </p:spTgt>
                                        </p:tgtEl>
                                        <p:attrNameLst>
                                          <p:attrName>style.visibility</p:attrName>
                                        </p:attrNameLst>
                                      </p:cBhvr>
                                      <p:to>
                                        <p:strVal val="visible"/>
                                      </p:to>
                                    </p:set>
                                    <p:animEffect filter="fade" transition="in">
                                      <p:cBhvr>
                                        <p:cTn dur="500"/>
                                        <p:tgtEl>
                                          <p:spTgt spid="5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
                                            <p:txEl>
                                              <p:pRg end="1" st="1"/>
                                            </p:txEl>
                                          </p:spTgt>
                                        </p:tgtEl>
                                        <p:attrNameLst>
                                          <p:attrName>style.visibility</p:attrName>
                                        </p:attrNameLst>
                                      </p:cBhvr>
                                      <p:to>
                                        <p:strVal val="visible"/>
                                      </p:to>
                                    </p:set>
                                    <p:animEffect filter="fade" transition="in">
                                      <p:cBhvr>
                                        <p:cTn dur="500"/>
                                        <p:tgtEl>
                                          <p:spTgt spid="5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1000"/>
                                        <p:tgtEl>
                                          <p:spTgt spid="5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gtEl>
                                        <p:attrNameLst>
                                          <p:attrName>style.visibility</p:attrName>
                                        </p:attrNameLst>
                                      </p:cBhvr>
                                      <p:to>
                                        <p:strVal val="visible"/>
                                      </p:to>
                                    </p:set>
                                    <p:animEffect filter="fade" transition="in">
                                      <p:cBhvr>
                                        <p:cTn dur="500"/>
                                        <p:tgtEl>
                                          <p:spTgt spid="506"/>
                                        </p:tgtEl>
                                      </p:cBhvr>
                                    </p:animEffect>
                                  </p:childTnLst>
                                </p:cTn>
                              </p:par>
                              <p:par>
                                <p:cTn fill="hold" nodeType="withEffect" presetClass="entr" presetID="10" presetSubtype="0">
                                  <p:stCondLst>
                                    <p:cond delay="0"/>
                                  </p:stCondLst>
                                  <p:childTnLst>
                                    <p:set>
                                      <p:cBhvr>
                                        <p:cTn dur="1" fill="hold">
                                          <p:stCondLst>
                                            <p:cond delay="0"/>
                                          </p:stCondLst>
                                        </p:cTn>
                                        <p:tgtEl>
                                          <p:spTgt spid="507"/>
                                        </p:tgtEl>
                                        <p:attrNameLst>
                                          <p:attrName>style.visibility</p:attrName>
                                        </p:attrNameLst>
                                      </p:cBhvr>
                                      <p:to>
                                        <p:strVal val="visible"/>
                                      </p:to>
                                    </p:set>
                                    <p:animEffect filter="fade" transition="in">
                                      <p:cBhvr>
                                        <p:cTn dur="500"/>
                                        <p:tgtEl>
                                          <p:spTgt spid="507"/>
                                        </p:tgtEl>
                                      </p:cBhvr>
                                    </p:animEffect>
                                  </p:childTnLst>
                                </p:cTn>
                              </p:par>
                              <p:par>
                                <p:cTn fill="hold" nodeType="withEffect" presetClass="entr" presetID="10" presetSubtype="0">
                                  <p:stCondLst>
                                    <p:cond delay="0"/>
                                  </p:stCondLst>
                                  <p:childTnLst>
                                    <p:set>
                                      <p:cBhvr>
                                        <p:cTn dur="1" fill="hold">
                                          <p:stCondLst>
                                            <p:cond delay="0"/>
                                          </p:stCondLst>
                                        </p:cTn>
                                        <p:tgtEl>
                                          <p:spTgt spid="508"/>
                                        </p:tgtEl>
                                        <p:attrNameLst>
                                          <p:attrName>style.visibility</p:attrName>
                                        </p:attrNameLst>
                                      </p:cBhvr>
                                      <p:to>
                                        <p:strVal val="visible"/>
                                      </p:to>
                                    </p:set>
                                    <p:animEffect filter="fade" transition="in">
                                      <p:cBhvr>
                                        <p:cTn dur="500"/>
                                        <p:tgtEl>
                                          <p:spTgt spid="5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0" st="0"/>
                                            </p:txEl>
                                          </p:spTgt>
                                        </p:tgtEl>
                                        <p:attrNameLst>
                                          <p:attrName>style.visibility</p:attrName>
                                        </p:attrNameLst>
                                      </p:cBhvr>
                                      <p:to>
                                        <p:strVal val="visible"/>
                                      </p:to>
                                    </p:set>
                                    <p:animEffect filter="fade" transition="in">
                                      <p:cBhvr>
                                        <p:cTn dur="500"/>
                                        <p:tgtEl>
                                          <p:spTgt spid="5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xEl>
                                              <p:pRg end="1" st="1"/>
                                            </p:txEl>
                                          </p:spTgt>
                                        </p:tgtEl>
                                        <p:attrNameLst>
                                          <p:attrName>style.visibility</p:attrName>
                                        </p:attrNameLst>
                                      </p:cBhvr>
                                      <p:to>
                                        <p:strVal val="visible"/>
                                      </p:to>
                                    </p:set>
                                    <p:animEffect filter="fade" transition="in">
                                      <p:cBhvr>
                                        <p:cTn dur="500"/>
                                        <p:tgtEl>
                                          <p:spTgt spid="509">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13" name="Shape 513"/>
        <p:cNvGrpSpPr/>
        <p:nvPr/>
      </p:nvGrpSpPr>
      <p:grpSpPr>
        <a:xfrm>
          <a:off x="0" y="0"/>
          <a:ext cx="0" cy="0"/>
          <a:chOff x="0" y="0"/>
          <a:chExt cx="0" cy="0"/>
        </a:xfrm>
      </p:grpSpPr>
      <p:sp>
        <p:nvSpPr>
          <p:cNvPr id="514" name="Google Shape;514;p74"/>
          <p:cNvSpPr txBox="1"/>
          <p:nvPr>
            <p:ph type="title"/>
          </p:nvPr>
        </p:nvSpPr>
        <p:spPr>
          <a:xfrm>
            <a:off x="3168503" y="730253"/>
            <a:ext cx="18011554"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8800"/>
              <a:buNone/>
            </a:pPr>
            <a:r>
              <a:rPr lang="es-MX">
                <a:latin typeface="Roboto"/>
                <a:ea typeface="Roboto"/>
                <a:cs typeface="Roboto"/>
                <a:sym typeface="Roboto"/>
              </a:rPr>
              <a:t>TEOREMA CAP</a:t>
            </a:r>
            <a:endParaRPr/>
          </a:p>
        </p:txBody>
      </p:sp>
      <p:sp>
        <p:nvSpPr>
          <p:cNvPr id="515" name="Google Shape;515;p74"/>
          <p:cNvSpPr txBox="1"/>
          <p:nvPr/>
        </p:nvSpPr>
        <p:spPr>
          <a:xfrm>
            <a:off x="361951" y="13144501"/>
            <a:ext cx="23793450" cy="36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s-MX" sz="1800" u="none" cap="none" strike="noStrike">
                <a:solidFill>
                  <a:srgbClr val="000000"/>
                </a:solidFill>
                <a:latin typeface="Lato"/>
                <a:ea typeface="Lato"/>
                <a:cs typeface="Lato"/>
                <a:sym typeface="Lato"/>
              </a:rPr>
              <a:t>© Diseño y Gestión de Bases de Datos con SQL  | Universidad de los Andes </a:t>
            </a:r>
            <a:endParaRPr b="0" i="0" sz="1400" u="none" cap="none" strike="noStrike">
              <a:solidFill>
                <a:srgbClr val="000000"/>
              </a:solidFill>
              <a:latin typeface="Arial"/>
              <a:ea typeface="Arial"/>
              <a:cs typeface="Arial"/>
              <a:sym typeface="Arial"/>
            </a:endParaRPr>
          </a:p>
        </p:txBody>
      </p:sp>
      <p:sp>
        <p:nvSpPr>
          <p:cNvPr id="516" name="Google Shape;516;p74"/>
          <p:cNvSpPr txBox="1"/>
          <p:nvPr>
            <p:ph idx="1" type="body"/>
          </p:nvPr>
        </p:nvSpPr>
        <p:spPr>
          <a:xfrm>
            <a:off x="3168503" y="3782785"/>
            <a:ext cx="18437463" cy="2187709"/>
          </a:xfrm>
          <a:prstGeom prst="rect">
            <a:avLst/>
          </a:prstGeom>
          <a:noFill/>
          <a:ln>
            <a:noFill/>
          </a:ln>
        </p:spPr>
        <p:txBody>
          <a:bodyPr anchorCtr="0" anchor="t" bIns="22850" lIns="45700" spcFirstLastPara="1" rIns="45700" wrap="square" tIns="22850">
            <a:noAutofit/>
          </a:bodyPr>
          <a:lstStyle/>
          <a:p>
            <a:pPr indent="0" lvl="0" marL="114300" rtl="0" algn="just">
              <a:lnSpc>
                <a:spcPct val="90000"/>
              </a:lnSpc>
              <a:spcBef>
                <a:spcPts val="2000"/>
              </a:spcBef>
              <a:spcAft>
                <a:spcPts val="0"/>
              </a:spcAft>
              <a:buSzPts val="4000"/>
              <a:buNone/>
            </a:pPr>
            <a:r>
              <a:rPr lang="es-MX" sz="4000">
                <a:latin typeface="Lato"/>
                <a:ea typeface="Lato"/>
                <a:cs typeface="Lato"/>
                <a:sym typeface="Lato"/>
              </a:rPr>
              <a:t>Cuando repartimos datos en varios servidores (sistemas distribuidos), </a:t>
            </a:r>
            <a:r>
              <a:rPr b="1" lang="es-MX" sz="4000">
                <a:latin typeface="Lato"/>
                <a:ea typeface="Lato"/>
                <a:cs typeface="Lato"/>
                <a:sym typeface="Lato"/>
              </a:rPr>
              <a:t>no podemos tenerlo todo al mismo tiempo. </a:t>
            </a:r>
            <a:r>
              <a:rPr lang="es-MX" sz="4000">
                <a:latin typeface="Lato"/>
                <a:ea typeface="Lato"/>
                <a:cs typeface="Lato"/>
                <a:sym typeface="Lato"/>
              </a:rPr>
              <a:t>El teorema CAP dice que solo puedes garantizar </a:t>
            </a:r>
            <a:r>
              <a:rPr b="1" lang="es-MX" sz="4000">
                <a:latin typeface="Lato"/>
                <a:ea typeface="Lato"/>
                <a:cs typeface="Lato"/>
                <a:sym typeface="Lato"/>
              </a:rPr>
              <a:t>2 de 3 propiedades</a:t>
            </a:r>
            <a:r>
              <a:rPr lang="es-MX" sz="4000">
                <a:latin typeface="Lato"/>
                <a:ea typeface="Lato"/>
                <a:cs typeface="Lato"/>
                <a:sym typeface="Lato"/>
              </a:rPr>
              <a:t>:</a:t>
            </a:r>
            <a:endParaRPr/>
          </a:p>
        </p:txBody>
      </p:sp>
      <p:sp>
        <p:nvSpPr>
          <p:cNvPr id="517" name="Google Shape;517;p74"/>
          <p:cNvSpPr txBox="1"/>
          <p:nvPr/>
        </p:nvSpPr>
        <p:spPr>
          <a:xfrm>
            <a:off x="3168502" y="6371900"/>
            <a:ext cx="18437463" cy="4319449"/>
          </a:xfrm>
          <a:prstGeom prst="rect">
            <a:avLst/>
          </a:prstGeom>
          <a:noFill/>
          <a:ln>
            <a:noFill/>
          </a:ln>
        </p:spPr>
        <p:txBody>
          <a:bodyPr anchorCtr="0" anchor="t" bIns="22850" lIns="45700" spcFirstLastPara="1" rIns="45700" wrap="square" tIns="22850">
            <a:noAutofit/>
          </a:bodyPr>
          <a:lstStyle/>
          <a:p>
            <a:pPr indent="-342900" lvl="0" marL="457200" marR="0" rtl="0" algn="l">
              <a:lnSpc>
                <a:spcPct val="90000"/>
              </a:lnSpc>
              <a:spcBef>
                <a:spcPts val="2000"/>
              </a:spcBef>
              <a:spcAft>
                <a:spcPts val="0"/>
              </a:spcAft>
              <a:buClr>
                <a:schemeClr val="dk1"/>
              </a:buClr>
              <a:buSzPts val="4000"/>
              <a:buFont typeface="Arial"/>
              <a:buChar char="•"/>
            </a:pPr>
            <a:r>
              <a:rPr b="1" i="0" lang="es-MX" sz="4000" u="none" cap="none" strike="noStrike">
                <a:solidFill>
                  <a:schemeClr val="dk1"/>
                </a:solidFill>
                <a:latin typeface="Lato"/>
                <a:ea typeface="Lato"/>
                <a:cs typeface="Lato"/>
                <a:sym typeface="Lato"/>
              </a:rPr>
              <a:t>Consistencia (C):</a:t>
            </a:r>
            <a:r>
              <a:rPr b="0" i="0" lang="es-MX" sz="4000" u="none" cap="none" strike="noStrike">
                <a:solidFill>
                  <a:schemeClr val="dk1"/>
                </a:solidFill>
                <a:latin typeface="Lato"/>
                <a:ea typeface="Lato"/>
                <a:cs typeface="Lato"/>
                <a:sym typeface="Lato"/>
              </a:rPr>
              <a:t> todos ven la misma información, al mismo tiempo.</a:t>
            </a:r>
            <a:endParaRPr b="0" i="0" sz="1400" u="none" cap="none" strike="noStrike">
              <a:solidFill>
                <a:srgbClr val="000000"/>
              </a:solidFill>
              <a:latin typeface="Arial"/>
              <a:ea typeface="Arial"/>
              <a:cs typeface="Arial"/>
              <a:sym typeface="Arial"/>
            </a:endParaRPr>
          </a:p>
          <a:p>
            <a:pPr indent="-342900" lvl="0" marL="457200" marR="0" rtl="0" algn="l">
              <a:lnSpc>
                <a:spcPct val="90000"/>
              </a:lnSpc>
              <a:spcBef>
                <a:spcPts val="2000"/>
              </a:spcBef>
              <a:spcAft>
                <a:spcPts val="0"/>
              </a:spcAft>
              <a:buClr>
                <a:schemeClr val="dk1"/>
              </a:buClr>
              <a:buSzPts val="4000"/>
              <a:buFont typeface="Arial"/>
              <a:buChar char="•"/>
            </a:pPr>
            <a:r>
              <a:rPr b="1" i="0" lang="es-MX" sz="4000" u="none" cap="none" strike="noStrike">
                <a:solidFill>
                  <a:schemeClr val="dk1"/>
                </a:solidFill>
                <a:latin typeface="Lato"/>
                <a:ea typeface="Lato"/>
                <a:cs typeface="Lato"/>
                <a:sym typeface="Lato"/>
              </a:rPr>
              <a:t>Disponibilidad (A):</a:t>
            </a:r>
            <a:r>
              <a:rPr b="0" i="0" lang="es-MX" sz="4000" u="none" cap="none" strike="noStrike">
                <a:solidFill>
                  <a:schemeClr val="dk1"/>
                </a:solidFill>
                <a:latin typeface="Lato"/>
                <a:ea typeface="Lato"/>
                <a:cs typeface="Lato"/>
                <a:sym typeface="Lato"/>
              </a:rPr>
              <a:t> el sistema siempre responde, aunque alguna parte falle.</a:t>
            </a:r>
            <a:endParaRPr b="0" i="0" sz="1400" u="none" cap="none" strike="noStrike">
              <a:solidFill>
                <a:srgbClr val="000000"/>
              </a:solidFill>
              <a:latin typeface="Arial"/>
              <a:ea typeface="Arial"/>
              <a:cs typeface="Arial"/>
              <a:sym typeface="Arial"/>
            </a:endParaRPr>
          </a:p>
          <a:p>
            <a:pPr indent="-342900" lvl="0" marL="457200" marR="0" rtl="0" algn="l">
              <a:lnSpc>
                <a:spcPct val="90000"/>
              </a:lnSpc>
              <a:spcBef>
                <a:spcPts val="2000"/>
              </a:spcBef>
              <a:spcAft>
                <a:spcPts val="0"/>
              </a:spcAft>
              <a:buClr>
                <a:schemeClr val="dk1"/>
              </a:buClr>
              <a:buSzPts val="4000"/>
              <a:buFont typeface="Arial"/>
              <a:buChar char="•"/>
            </a:pPr>
            <a:r>
              <a:rPr b="1" i="0" lang="es-MX" sz="4000" u="none" cap="none" strike="noStrike">
                <a:solidFill>
                  <a:schemeClr val="dk1"/>
                </a:solidFill>
                <a:latin typeface="Lato"/>
                <a:ea typeface="Lato"/>
                <a:cs typeface="Lato"/>
                <a:sym typeface="Lato"/>
              </a:rPr>
              <a:t>Tolerancia a particiones (P):</a:t>
            </a:r>
            <a:r>
              <a:rPr b="0" i="0" lang="es-MX" sz="4000" u="none" cap="none" strike="noStrike">
                <a:solidFill>
                  <a:schemeClr val="dk1"/>
                </a:solidFill>
                <a:latin typeface="Lato"/>
                <a:ea typeface="Lato"/>
                <a:cs typeface="Lato"/>
                <a:sym typeface="Lato"/>
              </a:rPr>
              <a:t> el sistema sigue funcionando aunque se rompa la comunicación entre servidores.</a:t>
            </a:r>
            <a:endParaRPr b="0" i="0" sz="1400" u="none" cap="none" strike="noStrike">
              <a:solidFill>
                <a:srgbClr val="000000"/>
              </a:solidFill>
              <a:latin typeface="Arial"/>
              <a:ea typeface="Arial"/>
              <a:cs typeface="Arial"/>
              <a:sym typeface="Arial"/>
            </a:endParaRPr>
          </a:p>
        </p:txBody>
      </p:sp>
      <p:pic>
        <p:nvPicPr>
          <p:cNvPr id="518" name="Google Shape;518;p74"/>
          <p:cNvPicPr preferRelativeResize="0"/>
          <p:nvPr/>
        </p:nvPicPr>
        <p:blipFill rotWithShape="1">
          <a:blip r:embed="rId4">
            <a:alphaModFix/>
          </a:blip>
          <a:srcRect b="0" l="0" r="0" t="0"/>
          <a:stretch/>
        </p:blipFill>
        <p:spPr>
          <a:xfrm>
            <a:off x="20637776" y="9879106"/>
            <a:ext cx="2402827" cy="240282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0" st="0"/>
                                            </p:txEl>
                                          </p:spTgt>
                                        </p:tgtEl>
                                        <p:attrNameLst>
                                          <p:attrName>style.visibility</p:attrName>
                                        </p:attrNameLst>
                                      </p:cBhvr>
                                      <p:to>
                                        <p:strVal val="visible"/>
                                      </p:to>
                                    </p:set>
                                    <p:animEffect filter="fade" transition="in">
                                      <p:cBhvr>
                                        <p:cTn dur="500"/>
                                        <p:tgtEl>
                                          <p:spTgt spid="5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1" st="1"/>
                                            </p:txEl>
                                          </p:spTgt>
                                        </p:tgtEl>
                                        <p:attrNameLst>
                                          <p:attrName>style.visibility</p:attrName>
                                        </p:attrNameLst>
                                      </p:cBhvr>
                                      <p:to>
                                        <p:strVal val="visible"/>
                                      </p:to>
                                    </p:set>
                                    <p:animEffect filter="fade" transition="in">
                                      <p:cBhvr>
                                        <p:cTn dur="500"/>
                                        <p:tgtEl>
                                          <p:spTgt spid="5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2" st="2"/>
                                            </p:txEl>
                                          </p:spTgt>
                                        </p:tgtEl>
                                        <p:attrNameLst>
                                          <p:attrName>style.visibility</p:attrName>
                                        </p:attrNameLst>
                                      </p:cBhvr>
                                      <p:to>
                                        <p:strVal val="visible"/>
                                      </p:to>
                                    </p:set>
                                    <p:animEffect filter="fade" transition="in">
                                      <p:cBhvr>
                                        <p:cTn dur="500"/>
                                        <p:tgtEl>
                                          <p:spTgt spid="517">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2" name="Shape 522"/>
        <p:cNvGrpSpPr/>
        <p:nvPr/>
      </p:nvGrpSpPr>
      <p:grpSpPr>
        <a:xfrm>
          <a:off x="0" y="0"/>
          <a:ext cx="0" cy="0"/>
          <a:chOff x="0" y="0"/>
          <a:chExt cx="0" cy="0"/>
        </a:xfrm>
      </p:grpSpPr>
      <p:sp>
        <p:nvSpPr>
          <p:cNvPr id="523" name="Google Shape;523;p75"/>
          <p:cNvSpPr txBox="1"/>
          <p:nvPr/>
        </p:nvSpPr>
        <p:spPr>
          <a:xfrm>
            <a:off x="3052906" y="3043028"/>
            <a:ext cx="8191016" cy="4319449"/>
          </a:xfrm>
          <a:prstGeom prst="rect">
            <a:avLst/>
          </a:prstGeom>
          <a:noFill/>
          <a:ln>
            <a:noFill/>
          </a:ln>
        </p:spPr>
        <p:txBody>
          <a:bodyPr anchorCtr="0" anchor="t" bIns="22850" lIns="45700" spcFirstLastPara="1" rIns="45700" wrap="square" tIns="22850">
            <a:noAutofit/>
          </a:bodyPr>
          <a:lstStyle/>
          <a:p>
            <a:pPr indent="0" lvl="0" marL="114300" marR="0" rtl="0" algn="l">
              <a:lnSpc>
                <a:spcPct val="90000"/>
              </a:lnSpc>
              <a:spcBef>
                <a:spcPts val="2000"/>
              </a:spcBef>
              <a:spcAft>
                <a:spcPts val="0"/>
              </a:spcAft>
              <a:buClr>
                <a:schemeClr val="dk1"/>
              </a:buClr>
              <a:buSzPts val="1800"/>
              <a:buFont typeface="Arial"/>
              <a:buNone/>
            </a:pPr>
            <a:r>
              <a:rPr b="0" i="0" lang="es-MX" sz="4000" u="none" cap="none" strike="noStrike">
                <a:solidFill>
                  <a:schemeClr val="dk1"/>
                </a:solidFill>
                <a:latin typeface="Lato"/>
                <a:ea typeface="Lato"/>
                <a:cs typeface="Lato"/>
                <a:sym typeface="Lato"/>
              </a:rPr>
              <a:t>El Teorema CAP no es exclusivo de las bases NoSQL. Aplica a </a:t>
            </a:r>
            <a:r>
              <a:rPr b="1" i="0" lang="es-MX" sz="4000" u="none" cap="none" strike="noStrike">
                <a:solidFill>
                  <a:schemeClr val="dk1"/>
                </a:solidFill>
                <a:latin typeface="Lato"/>
                <a:ea typeface="Lato"/>
                <a:cs typeface="Lato"/>
                <a:sym typeface="Lato"/>
              </a:rPr>
              <a:t>todo sistema distribuido</a:t>
            </a:r>
            <a:r>
              <a:rPr b="0" i="0" lang="es-MX" sz="4000" u="none" cap="none" strike="noStrike">
                <a:solidFill>
                  <a:schemeClr val="dk1"/>
                </a:solidFill>
                <a:latin typeface="Lato"/>
                <a:ea typeface="Lato"/>
                <a:cs typeface="Lato"/>
                <a:sym typeface="Lato"/>
              </a:rPr>
              <a:t>, sin importar si usa SQL o NoSQL</a:t>
            </a:r>
            <a:endParaRPr b="0" i="0" sz="1400" u="none" cap="none" strike="noStrike">
              <a:solidFill>
                <a:srgbClr val="000000"/>
              </a:solidFill>
              <a:latin typeface="Arial"/>
              <a:ea typeface="Arial"/>
              <a:cs typeface="Arial"/>
              <a:sym typeface="Arial"/>
            </a:endParaRPr>
          </a:p>
        </p:txBody>
      </p:sp>
      <p:sp>
        <p:nvSpPr>
          <p:cNvPr id="524" name="Google Shape;524;p75"/>
          <p:cNvSpPr txBox="1"/>
          <p:nvPr>
            <p:ph idx="1" type="body"/>
          </p:nvPr>
        </p:nvSpPr>
        <p:spPr>
          <a:xfrm>
            <a:off x="3217399" y="6151348"/>
            <a:ext cx="6167762" cy="3303210"/>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2000"/>
              </a:spcBef>
              <a:spcAft>
                <a:spcPts val="0"/>
              </a:spcAft>
              <a:buSzPts val="1800"/>
              <a:buNone/>
            </a:pPr>
            <a:r>
              <a:rPr b="1" lang="es-MX" sz="3200">
                <a:latin typeface="Arial"/>
                <a:ea typeface="Arial"/>
                <a:cs typeface="Arial"/>
                <a:sym typeface="Arial"/>
              </a:rPr>
              <a:t>Banco (CP): </a:t>
            </a:r>
            <a:endParaRPr/>
          </a:p>
          <a:p>
            <a:pPr indent="0" lvl="0" marL="114300" rtl="0" algn="l">
              <a:lnSpc>
                <a:spcPct val="90000"/>
              </a:lnSpc>
              <a:spcBef>
                <a:spcPts val="2000"/>
              </a:spcBef>
              <a:spcAft>
                <a:spcPts val="0"/>
              </a:spcAft>
              <a:buSzPts val="1800"/>
              <a:buNone/>
            </a:pPr>
            <a:r>
              <a:rPr lang="es-MX" sz="3200">
                <a:latin typeface="Arial"/>
                <a:ea typeface="Arial"/>
                <a:cs typeface="Arial"/>
                <a:sym typeface="Arial"/>
              </a:rPr>
              <a:t>Prefiere consistencia antes que disponibilidad. Mejor que la app te diga “Ha ocurrido un problema, intente más tarde” a que veas tu saldo mal.</a:t>
            </a:r>
            <a:endParaRPr/>
          </a:p>
          <a:p>
            <a:pPr indent="0" lvl="0" marL="114300" rtl="0" algn="l">
              <a:lnSpc>
                <a:spcPct val="90000"/>
              </a:lnSpc>
              <a:spcBef>
                <a:spcPts val="2000"/>
              </a:spcBef>
              <a:spcAft>
                <a:spcPts val="0"/>
              </a:spcAft>
              <a:buSzPts val="1800"/>
              <a:buNone/>
            </a:pPr>
            <a:r>
              <a:t/>
            </a:r>
            <a:endParaRPr sz="4400">
              <a:latin typeface="Arial"/>
              <a:ea typeface="Arial"/>
              <a:cs typeface="Arial"/>
              <a:sym typeface="Arial"/>
            </a:endParaRPr>
          </a:p>
        </p:txBody>
      </p:sp>
      <p:sp>
        <p:nvSpPr>
          <p:cNvPr id="525" name="Google Shape;525;p75"/>
          <p:cNvSpPr txBox="1"/>
          <p:nvPr>
            <p:ph type="title"/>
          </p:nvPr>
        </p:nvSpPr>
        <p:spPr>
          <a:xfrm>
            <a:off x="3168503" y="730253"/>
            <a:ext cx="18011554"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8800"/>
              <a:buNone/>
            </a:pPr>
            <a:r>
              <a:rPr lang="es-MX">
                <a:latin typeface="Roboto"/>
                <a:ea typeface="Roboto"/>
                <a:cs typeface="Roboto"/>
                <a:sym typeface="Roboto"/>
              </a:rPr>
              <a:t>TEOREMA CAP</a:t>
            </a:r>
            <a:endParaRPr/>
          </a:p>
        </p:txBody>
      </p:sp>
      <p:sp>
        <p:nvSpPr>
          <p:cNvPr id="526" name="Google Shape;526;p75"/>
          <p:cNvSpPr txBox="1"/>
          <p:nvPr/>
        </p:nvSpPr>
        <p:spPr>
          <a:xfrm>
            <a:off x="361951" y="13144501"/>
            <a:ext cx="23793450" cy="36929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s-MX" sz="1800" u="none" cap="none" strike="noStrike">
                <a:solidFill>
                  <a:srgbClr val="000000"/>
                </a:solidFill>
                <a:latin typeface="Lato"/>
                <a:ea typeface="Lato"/>
                <a:cs typeface="Lato"/>
                <a:sym typeface="Lato"/>
              </a:rPr>
              <a:t>© Diseño y Gestión de Bases de Datos con SQL  | Universidad de los Andes </a:t>
            </a:r>
            <a:endParaRPr b="0" i="0" sz="1400" u="none" cap="none" strike="noStrike">
              <a:solidFill>
                <a:srgbClr val="000000"/>
              </a:solidFill>
              <a:latin typeface="Arial"/>
              <a:ea typeface="Arial"/>
              <a:cs typeface="Arial"/>
              <a:sym typeface="Arial"/>
            </a:endParaRPr>
          </a:p>
        </p:txBody>
      </p:sp>
      <p:grpSp>
        <p:nvGrpSpPr>
          <p:cNvPr id="527" name="Google Shape;527;p75"/>
          <p:cNvGrpSpPr/>
          <p:nvPr/>
        </p:nvGrpSpPr>
        <p:grpSpPr>
          <a:xfrm>
            <a:off x="10319612" y="1040192"/>
            <a:ext cx="9328716" cy="8838268"/>
            <a:chOff x="13717857" y="1764933"/>
            <a:chExt cx="7462200" cy="7069882"/>
          </a:xfrm>
        </p:grpSpPr>
        <p:sp>
          <p:nvSpPr>
            <p:cNvPr id="528" name="Google Shape;528;p75"/>
            <p:cNvSpPr/>
            <p:nvPr/>
          </p:nvSpPr>
          <p:spPr>
            <a:xfrm>
              <a:off x="15437223" y="1764933"/>
              <a:ext cx="4023468" cy="4023468"/>
            </a:xfrm>
            <a:prstGeom prst="ellipse">
              <a:avLst/>
            </a:prstGeom>
            <a:solidFill>
              <a:srgbClr val="00B0F0">
                <a:alpha val="43921"/>
              </a:srgbClr>
            </a:solidFill>
            <a:ln cap="flat" cmpd="sng" w="571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s-MX" sz="3200" u="none" cap="none" strike="noStrike">
                  <a:solidFill>
                    <a:schemeClr val="dk1"/>
                  </a:solidFill>
                  <a:latin typeface="Roboto"/>
                  <a:ea typeface="Roboto"/>
                  <a:cs typeface="Roboto"/>
                  <a:sym typeface="Roboto"/>
                </a:rPr>
                <a:t>C</a:t>
              </a:r>
              <a:r>
                <a:rPr b="0" i="0" lang="es-MX" sz="3200" u="none" cap="none" strike="noStrike">
                  <a:solidFill>
                    <a:schemeClr val="dk1"/>
                  </a:solidFill>
                  <a:latin typeface="Roboto"/>
                  <a:ea typeface="Roboto"/>
                  <a:cs typeface="Roboto"/>
                  <a:sym typeface="Roboto"/>
                </a:rPr>
                <a: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200"/>
                <a:buFont typeface="Arial"/>
                <a:buNone/>
              </a:pPr>
              <a:r>
                <a:rPr b="0" i="0" lang="es-MX" sz="3200" u="none" cap="none" strike="noStrike">
                  <a:solidFill>
                    <a:schemeClr val="dk1"/>
                  </a:solidFill>
                  <a:latin typeface="Roboto"/>
                  <a:ea typeface="Roboto"/>
                  <a:cs typeface="Roboto"/>
                  <a:sym typeface="Roboto"/>
                </a:rPr>
                <a:t>Consistencia</a:t>
              </a:r>
              <a:endParaRPr b="0" i="0" sz="1400" u="none" cap="none" strike="noStrike">
                <a:solidFill>
                  <a:srgbClr val="000000"/>
                </a:solidFill>
                <a:latin typeface="Arial"/>
                <a:ea typeface="Arial"/>
                <a:cs typeface="Arial"/>
                <a:sym typeface="Arial"/>
              </a:endParaRPr>
            </a:p>
          </p:txBody>
        </p:sp>
        <p:sp>
          <p:nvSpPr>
            <p:cNvPr id="529" name="Google Shape;529;p75"/>
            <p:cNvSpPr/>
            <p:nvPr/>
          </p:nvSpPr>
          <p:spPr>
            <a:xfrm>
              <a:off x="13717857" y="4810504"/>
              <a:ext cx="4023468" cy="4023468"/>
            </a:xfrm>
            <a:prstGeom prst="ellipse">
              <a:avLst/>
            </a:prstGeom>
            <a:solidFill>
              <a:srgbClr val="FFC000">
                <a:alpha val="43921"/>
              </a:srgbClr>
            </a:solidFill>
            <a:ln cap="flat" cmpd="sng" w="571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s-MX" sz="3200" u="none" cap="none" strike="noStrike">
                  <a:solidFill>
                    <a:schemeClr val="dk1"/>
                  </a:solidFill>
                  <a:latin typeface="Roboto"/>
                  <a:ea typeface="Roboto"/>
                  <a:cs typeface="Roboto"/>
                  <a:sym typeface="Roboto"/>
                </a:rPr>
                <a:t>P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200"/>
                <a:buFont typeface="Arial"/>
                <a:buNone/>
              </a:pPr>
              <a:r>
                <a:rPr b="0" i="0" lang="es-MX" sz="3200" u="none" cap="none" strike="noStrike">
                  <a:solidFill>
                    <a:schemeClr val="dk1"/>
                  </a:solidFill>
                  <a:latin typeface="Roboto"/>
                  <a:ea typeface="Roboto"/>
                  <a:cs typeface="Roboto"/>
                  <a:sym typeface="Roboto"/>
                </a:rPr>
                <a:t>Tolerancia a la Partición</a:t>
              </a:r>
              <a:endParaRPr b="0" i="0" sz="1400" u="none" cap="none" strike="noStrike">
                <a:solidFill>
                  <a:srgbClr val="000000"/>
                </a:solidFill>
                <a:latin typeface="Arial"/>
                <a:ea typeface="Arial"/>
                <a:cs typeface="Arial"/>
                <a:sym typeface="Arial"/>
              </a:endParaRPr>
            </a:p>
          </p:txBody>
        </p:sp>
        <p:sp>
          <p:nvSpPr>
            <p:cNvPr id="530" name="Google Shape;530;p75"/>
            <p:cNvSpPr/>
            <p:nvPr/>
          </p:nvSpPr>
          <p:spPr>
            <a:xfrm>
              <a:off x="17156589" y="4811347"/>
              <a:ext cx="4023468" cy="4023468"/>
            </a:xfrm>
            <a:prstGeom prst="ellipse">
              <a:avLst/>
            </a:prstGeom>
            <a:solidFill>
              <a:srgbClr val="FF0066">
                <a:alpha val="43921"/>
              </a:srgbClr>
            </a:solidFill>
            <a:ln cap="flat" cmpd="sng" w="571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s-MX" sz="3200" u="none" cap="none" strike="noStrike">
                  <a:solidFill>
                    <a:schemeClr val="dk1"/>
                  </a:solidFill>
                  <a:latin typeface="Roboto"/>
                  <a:ea typeface="Roboto"/>
                  <a:cs typeface="Roboto"/>
                  <a:sym typeface="Roboto"/>
                </a:rPr>
                <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200"/>
                <a:buFont typeface="Arial"/>
                <a:buNone/>
              </a:pPr>
              <a:r>
                <a:rPr b="0" i="0" lang="es-MX" sz="3200" u="none" cap="none" strike="noStrike">
                  <a:solidFill>
                    <a:schemeClr val="dk1"/>
                  </a:solidFill>
                  <a:latin typeface="Roboto"/>
                  <a:ea typeface="Roboto"/>
                  <a:cs typeface="Roboto"/>
                  <a:sym typeface="Roboto"/>
                </a:rPr>
                <a:t>Disponibilidad</a:t>
              </a:r>
              <a:endParaRPr b="0" i="0" sz="1400" u="none" cap="none" strike="noStrike">
                <a:solidFill>
                  <a:srgbClr val="000000"/>
                </a:solidFill>
                <a:latin typeface="Arial"/>
                <a:ea typeface="Arial"/>
                <a:cs typeface="Arial"/>
                <a:sym typeface="Arial"/>
              </a:endParaRPr>
            </a:p>
          </p:txBody>
        </p:sp>
      </p:grpSp>
      <p:pic>
        <p:nvPicPr>
          <p:cNvPr id="531" name="Google Shape;531;p75"/>
          <p:cNvPicPr preferRelativeResize="0"/>
          <p:nvPr/>
        </p:nvPicPr>
        <p:blipFill rotWithShape="1">
          <a:blip r:embed="rId4">
            <a:alphaModFix/>
          </a:blip>
          <a:srcRect b="0" l="0" r="0" t="0"/>
          <a:stretch/>
        </p:blipFill>
        <p:spPr>
          <a:xfrm>
            <a:off x="13170343" y="4716377"/>
            <a:ext cx="1353671" cy="1353671"/>
          </a:xfrm>
          <a:prstGeom prst="rect">
            <a:avLst/>
          </a:prstGeom>
          <a:noFill/>
          <a:ln>
            <a:noFill/>
          </a:ln>
        </p:spPr>
      </p:pic>
      <p:pic>
        <p:nvPicPr>
          <p:cNvPr id="532" name="Google Shape;532;p75"/>
          <p:cNvPicPr preferRelativeResize="0"/>
          <p:nvPr/>
        </p:nvPicPr>
        <p:blipFill rotWithShape="1">
          <a:blip r:embed="rId5">
            <a:alphaModFix/>
          </a:blip>
          <a:srcRect b="0" l="0" r="0" t="0"/>
          <a:stretch/>
        </p:blipFill>
        <p:spPr>
          <a:xfrm>
            <a:off x="15389642" y="4764575"/>
            <a:ext cx="1386773" cy="1386773"/>
          </a:xfrm>
          <a:prstGeom prst="rect">
            <a:avLst/>
          </a:prstGeom>
          <a:noFill/>
          <a:ln>
            <a:noFill/>
          </a:ln>
        </p:spPr>
      </p:pic>
      <p:sp>
        <p:nvSpPr>
          <p:cNvPr id="533" name="Google Shape;533;p75"/>
          <p:cNvSpPr txBox="1"/>
          <p:nvPr/>
        </p:nvSpPr>
        <p:spPr>
          <a:xfrm>
            <a:off x="17992060" y="1084086"/>
            <a:ext cx="5467273" cy="3303210"/>
          </a:xfrm>
          <a:prstGeom prst="rect">
            <a:avLst/>
          </a:prstGeom>
          <a:noFill/>
          <a:ln>
            <a:noFill/>
          </a:ln>
        </p:spPr>
        <p:txBody>
          <a:bodyPr anchorCtr="0" anchor="t" bIns="45700" lIns="91425" spcFirstLastPara="1" rIns="91425" wrap="square" tIns="45700">
            <a:normAutofit/>
          </a:bodyPr>
          <a:lstStyle/>
          <a:p>
            <a:pPr indent="0" lvl="0" marL="114300" marR="0" rtl="0" algn="l">
              <a:lnSpc>
                <a:spcPct val="90000"/>
              </a:lnSpc>
              <a:spcBef>
                <a:spcPts val="2000"/>
              </a:spcBef>
              <a:spcAft>
                <a:spcPts val="0"/>
              </a:spcAft>
              <a:buClr>
                <a:schemeClr val="dk1"/>
              </a:buClr>
              <a:buSzPts val="1800"/>
              <a:buFont typeface="Arial"/>
              <a:buNone/>
            </a:pPr>
            <a:r>
              <a:rPr b="1" i="0" lang="es-MX" sz="3200" u="none" cap="none" strike="noStrike">
                <a:solidFill>
                  <a:schemeClr val="dk1"/>
                </a:solidFill>
                <a:latin typeface="Arial"/>
                <a:ea typeface="Arial"/>
                <a:cs typeface="Arial"/>
                <a:sym typeface="Arial"/>
              </a:rPr>
              <a:t>Base de datos tradicional (CA): </a:t>
            </a:r>
            <a:endParaRPr b="0" i="0" sz="1400" u="none" cap="none" strike="noStrike">
              <a:solidFill>
                <a:srgbClr val="000000"/>
              </a:solidFill>
              <a:latin typeface="Arial"/>
              <a:ea typeface="Arial"/>
              <a:cs typeface="Arial"/>
              <a:sym typeface="Arial"/>
            </a:endParaRPr>
          </a:p>
          <a:p>
            <a:pPr indent="0" lvl="0" marL="114300" marR="0" rtl="0" algn="l">
              <a:lnSpc>
                <a:spcPct val="90000"/>
              </a:lnSpc>
              <a:spcBef>
                <a:spcPts val="2000"/>
              </a:spcBef>
              <a:spcAft>
                <a:spcPts val="0"/>
              </a:spcAft>
              <a:buClr>
                <a:schemeClr val="dk1"/>
              </a:buClr>
              <a:buSzPts val="1800"/>
              <a:buFont typeface="Arial"/>
              <a:buNone/>
            </a:pPr>
            <a:r>
              <a:rPr b="0" i="0" lang="es-MX" sz="3200" u="none" cap="none" strike="noStrike">
                <a:solidFill>
                  <a:schemeClr val="dk1"/>
                </a:solidFill>
                <a:latin typeface="Arial"/>
                <a:ea typeface="Arial"/>
                <a:cs typeface="Arial"/>
                <a:sym typeface="Arial"/>
              </a:rPr>
              <a:t>”Siempre” responde y todos ven lo mismo al mismo tiempo, pero no tolera particiones (si se va la luz, todo se cae).</a:t>
            </a:r>
            <a:endParaRPr b="0" i="0" sz="1400" u="none" cap="none" strike="noStrike">
              <a:solidFill>
                <a:srgbClr val="000000"/>
              </a:solidFill>
              <a:latin typeface="Arial"/>
              <a:ea typeface="Arial"/>
              <a:cs typeface="Arial"/>
              <a:sym typeface="Arial"/>
            </a:endParaRPr>
          </a:p>
          <a:p>
            <a:pPr indent="0" lvl="0" marL="114300" marR="0" rtl="0" algn="l">
              <a:lnSpc>
                <a:spcPct val="90000"/>
              </a:lnSpc>
              <a:spcBef>
                <a:spcPts val="2000"/>
              </a:spcBef>
              <a:spcAft>
                <a:spcPts val="0"/>
              </a:spcAft>
              <a:buClr>
                <a:schemeClr val="dk1"/>
              </a:buClr>
              <a:buSzPts val="1800"/>
              <a:buFont typeface="Arial"/>
              <a:buNone/>
            </a:pPr>
            <a:r>
              <a:t/>
            </a:r>
            <a:endParaRPr b="0" i="0" sz="4400" u="none" cap="none" strike="noStrike">
              <a:solidFill>
                <a:schemeClr val="dk1"/>
              </a:solidFill>
              <a:latin typeface="Arial"/>
              <a:ea typeface="Arial"/>
              <a:cs typeface="Arial"/>
              <a:sym typeface="Arial"/>
            </a:endParaRPr>
          </a:p>
        </p:txBody>
      </p:sp>
      <p:pic>
        <p:nvPicPr>
          <p:cNvPr id="534" name="Google Shape;534;p75"/>
          <p:cNvPicPr preferRelativeResize="0"/>
          <p:nvPr/>
        </p:nvPicPr>
        <p:blipFill rotWithShape="1">
          <a:blip r:embed="rId6">
            <a:alphaModFix/>
          </a:blip>
          <a:srcRect b="0" l="0" r="0" t="0"/>
          <a:stretch/>
        </p:blipFill>
        <p:spPr>
          <a:xfrm>
            <a:off x="14302862" y="6685642"/>
            <a:ext cx="1353671" cy="1353671"/>
          </a:xfrm>
          <a:prstGeom prst="rect">
            <a:avLst/>
          </a:prstGeom>
          <a:noFill/>
          <a:ln>
            <a:noFill/>
          </a:ln>
        </p:spPr>
      </p:pic>
      <p:sp>
        <p:nvSpPr>
          <p:cNvPr id="535" name="Google Shape;535;p75"/>
          <p:cNvSpPr txBox="1"/>
          <p:nvPr/>
        </p:nvSpPr>
        <p:spPr>
          <a:xfrm>
            <a:off x="15349468" y="10024236"/>
            <a:ext cx="7661395" cy="3303210"/>
          </a:xfrm>
          <a:prstGeom prst="rect">
            <a:avLst/>
          </a:prstGeom>
          <a:noFill/>
          <a:ln>
            <a:noFill/>
          </a:ln>
        </p:spPr>
        <p:txBody>
          <a:bodyPr anchorCtr="0" anchor="t" bIns="45700" lIns="91425" spcFirstLastPara="1" rIns="91425" wrap="square" tIns="45700">
            <a:normAutofit/>
          </a:bodyPr>
          <a:lstStyle/>
          <a:p>
            <a:pPr indent="0" lvl="0" marL="114300" marR="0" rtl="0" algn="l">
              <a:lnSpc>
                <a:spcPct val="90000"/>
              </a:lnSpc>
              <a:spcBef>
                <a:spcPts val="2000"/>
              </a:spcBef>
              <a:spcAft>
                <a:spcPts val="0"/>
              </a:spcAft>
              <a:buClr>
                <a:schemeClr val="dk1"/>
              </a:buClr>
              <a:buSzPts val="1800"/>
              <a:buFont typeface="Arial"/>
              <a:buNone/>
            </a:pPr>
            <a:r>
              <a:rPr b="1" i="0" lang="es-MX" sz="3200" u="none" cap="none" strike="noStrike">
                <a:solidFill>
                  <a:schemeClr val="dk1"/>
                </a:solidFill>
                <a:latin typeface="Arial"/>
                <a:ea typeface="Arial"/>
                <a:cs typeface="Arial"/>
                <a:sym typeface="Arial"/>
              </a:rPr>
              <a:t>Red social (AP):</a:t>
            </a:r>
            <a:endParaRPr b="0" i="0" sz="1400" u="none" cap="none" strike="noStrike">
              <a:solidFill>
                <a:srgbClr val="000000"/>
              </a:solidFill>
              <a:latin typeface="Arial"/>
              <a:ea typeface="Arial"/>
              <a:cs typeface="Arial"/>
              <a:sym typeface="Arial"/>
            </a:endParaRPr>
          </a:p>
          <a:p>
            <a:pPr indent="0" lvl="0" marL="114300" marR="0" rtl="0" algn="l">
              <a:lnSpc>
                <a:spcPct val="90000"/>
              </a:lnSpc>
              <a:spcBef>
                <a:spcPts val="2000"/>
              </a:spcBef>
              <a:spcAft>
                <a:spcPts val="0"/>
              </a:spcAft>
              <a:buClr>
                <a:schemeClr val="dk1"/>
              </a:buClr>
              <a:buSzPts val="1800"/>
              <a:buFont typeface="Arial"/>
              <a:buNone/>
            </a:pPr>
            <a:r>
              <a:rPr b="0" i="0" lang="es-MX" sz="3200" u="none" cap="none" strike="noStrike">
                <a:solidFill>
                  <a:schemeClr val="dk1"/>
                </a:solidFill>
                <a:latin typeface="Arial"/>
                <a:ea typeface="Arial"/>
                <a:cs typeface="Arial"/>
                <a:sym typeface="Arial"/>
              </a:rPr>
              <a:t>Prefiere disponibilidad antes que consistencia. Puedes ver un “like” con unos segundos de retraso, pero la app no deja de responder.</a:t>
            </a:r>
            <a:endParaRPr b="0" i="0" sz="1400" u="none" cap="none" strike="noStrike">
              <a:solidFill>
                <a:srgbClr val="000000"/>
              </a:solidFill>
              <a:latin typeface="Arial"/>
              <a:ea typeface="Arial"/>
              <a:cs typeface="Arial"/>
              <a:sym typeface="Arial"/>
            </a:endParaRPr>
          </a:p>
          <a:p>
            <a:pPr indent="0" lvl="0" marL="114300" marR="0" rtl="0" algn="l">
              <a:lnSpc>
                <a:spcPct val="90000"/>
              </a:lnSpc>
              <a:spcBef>
                <a:spcPts val="2000"/>
              </a:spcBef>
              <a:spcAft>
                <a:spcPts val="0"/>
              </a:spcAft>
              <a:buClr>
                <a:schemeClr val="dk1"/>
              </a:buClr>
              <a:buSzPts val="1800"/>
              <a:buFont typeface="Arial"/>
              <a:buNone/>
            </a:pPr>
            <a:r>
              <a:t/>
            </a:r>
            <a:endParaRPr b="0" i="0" sz="4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2"/>
                                        </p:tgtEl>
                                        <p:attrNameLst>
                                          <p:attrName>style.visibility</p:attrName>
                                        </p:attrNameLst>
                                      </p:cBhvr>
                                      <p:to>
                                        <p:strVal val="visible"/>
                                      </p:to>
                                    </p:set>
                                    <p:animEffect filter="fade" transition="in">
                                      <p:cBhvr>
                                        <p:cTn dur="500"/>
                                        <p:tgtEl>
                                          <p:spTgt spid="5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
                                        </p:tgtEl>
                                        <p:attrNameLst>
                                          <p:attrName>style.visibility</p:attrName>
                                        </p:attrNameLst>
                                      </p:cBhvr>
                                      <p:to>
                                        <p:strVal val="visible"/>
                                      </p:to>
                                    </p:set>
                                    <p:animEffect filter="fade" transition="in">
                                      <p:cBhvr>
                                        <p:cTn dur="500"/>
                                        <p:tgtEl>
                                          <p:spTgt spid="5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1"/>
                                        </p:tgtEl>
                                        <p:attrNameLst>
                                          <p:attrName>style.visibility</p:attrName>
                                        </p:attrNameLst>
                                      </p:cBhvr>
                                      <p:to>
                                        <p:strVal val="visible"/>
                                      </p:to>
                                    </p:set>
                                    <p:animEffect filter="fade" transition="in">
                                      <p:cBhvr>
                                        <p:cTn dur="500"/>
                                        <p:tgtEl>
                                          <p:spTgt spid="5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4">
                                            <p:txEl>
                                              <p:pRg end="0" st="0"/>
                                            </p:txEl>
                                          </p:spTgt>
                                        </p:tgtEl>
                                        <p:attrNameLst>
                                          <p:attrName>style.visibility</p:attrName>
                                        </p:attrNameLst>
                                      </p:cBhvr>
                                      <p:to>
                                        <p:strVal val="visible"/>
                                      </p:to>
                                    </p:set>
                                    <p:animEffect filter="fade" transition="in">
                                      <p:cBhvr>
                                        <p:cTn dur="500"/>
                                        <p:tgtEl>
                                          <p:spTgt spid="5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4">
                                            <p:txEl>
                                              <p:pRg end="1" st="1"/>
                                            </p:txEl>
                                          </p:spTgt>
                                        </p:tgtEl>
                                        <p:attrNameLst>
                                          <p:attrName>style.visibility</p:attrName>
                                        </p:attrNameLst>
                                      </p:cBhvr>
                                      <p:to>
                                        <p:strVal val="visible"/>
                                      </p:to>
                                    </p:set>
                                    <p:animEffect filter="fade" transition="in">
                                      <p:cBhvr>
                                        <p:cTn dur="500"/>
                                        <p:tgtEl>
                                          <p:spTgt spid="5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4">
                                            <p:txEl>
                                              <p:pRg end="2" st="2"/>
                                            </p:txEl>
                                          </p:spTgt>
                                        </p:tgtEl>
                                        <p:attrNameLst>
                                          <p:attrName>style.visibility</p:attrName>
                                        </p:attrNameLst>
                                      </p:cBhvr>
                                      <p:to>
                                        <p:strVal val="visible"/>
                                      </p:to>
                                    </p:set>
                                    <p:animEffect filter="fade" transition="in">
                                      <p:cBhvr>
                                        <p:cTn dur="500"/>
                                        <p:tgtEl>
                                          <p:spTgt spid="5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gtEl>
                                        <p:attrNameLst>
                                          <p:attrName>style.visibility</p:attrName>
                                        </p:attrNameLst>
                                      </p:cBhvr>
                                      <p:to>
                                        <p:strVal val="visible"/>
                                      </p:to>
                                    </p:set>
                                    <p:animEffect filter="fade" transition="in">
                                      <p:cBhvr>
                                        <p:cTn dur="500"/>
                                        <p:tgtEl>
                                          <p:spTgt spid="5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gtEl>
                                        <p:attrNameLst>
                                          <p:attrName>style.visibility</p:attrName>
                                        </p:attrNameLst>
                                      </p:cBhvr>
                                      <p:to>
                                        <p:strVal val="visible"/>
                                      </p:to>
                                    </p:set>
                                    <p:animEffect filter="fade" transition="in">
                                      <p:cBhvr>
                                        <p:cTn dur="500"/>
                                        <p:tgtEl>
                                          <p:spTgt spid="5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76"/>
          <p:cNvSpPr txBox="1"/>
          <p:nvPr>
            <p:ph idx="4294967295" type="title"/>
          </p:nvPr>
        </p:nvSpPr>
        <p:spPr>
          <a:xfrm>
            <a:off x="1676400" y="3592004"/>
            <a:ext cx="21031200" cy="57054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8800"/>
              <a:buFont typeface="Calibri"/>
              <a:buNone/>
            </a:pPr>
            <a:r>
              <a:rPr lang="es-MX" sz="11500">
                <a:latin typeface="Roboto"/>
                <a:ea typeface="Roboto"/>
                <a:cs typeface="Roboto"/>
                <a:sym typeface="Roboto"/>
              </a:rPr>
              <a:t>PRINCIPALES DIFERENCIAS ENTRE SISTEMAS RELACIONALES Y NoSQL</a:t>
            </a:r>
            <a:endParaRPr b="1" sz="11500">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9"/>
          <p:cNvSpPr txBox="1"/>
          <p:nvPr>
            <p:ph idx="4294967295" type="title"/>
          </p:nvPr>
        </p:nvSpPr>
        <p:spPr>
          <a:xfrm>
            <a:off x="2229775" y="978559"/>
            <a:ext cx="20523899" cy="2286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1010"/>
              <a:buFont typeface="Calibri"/>
              <a:buNone/>
            </a:pPr>
            <a:r>
              <a:rPr lang="es-MX">
                <a:latin typeface="Roboto"/>
                <a:ea typeface="Roboto"/>
                <a:cs typeface="Roboto"/>
                <a:sym typeface="Roboto"/>
              </a:rPr>
              <a:t>NORMALIZACIÓN VS. DESNORMALIZACIÓN</a:t>
            </a:r>
            <a:endParaRPr>
              <a:latin typeface="Roboto"/>
              <a:ea typeface="Roboto"/>
              <a:cs typeface="Roboto"/>
              <a:sym typeface="Roboto"/>
            </a:endParaRPr>
          </a:p>
        </p:txBody>
      </p:sp>
      <p:sp>
        <p:nvSpPr>
          <p:cNvPr descr="mediana" id="548" name="Google Shape;548;p9"/>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549" name="Google Shape;549;p9"/>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50" name="Google Shape;550;p9"/>
          <p:cNvSpPr txBox="1"/>
          <p:nvPr/>
        </p:nvSpPr>
        <p:spPr>
          <a:xfrm>
            <a:off x="2561352" y="3922441"/>
            <a:ext cx="19261293" cy="8068668"/>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chemeClr val="dk1"/>
              </a:buClr>
              <a:buSzPts val="4000"/>
              <a:buFont typeface="Arial"/>
              <a:buNone/>
            </a:pPr>
            <a:r>
              <a:rPr b="0" i="0" lang="es-MX" sz="4000" u="none" cap="none" strike="noStrike">
                <a:solidFill>
                  <a:schemeClr val="dk1"/>
                </a:solidFill>
                <a:latin typeface="Lato"/>
                <a:ea typeface="Lato"/>
                <a:cs typeface="Lato"/>
                <a:sym typeface="Lato"/>
              </a:rPr>
              <a:t>En SQL es habitual normalizar los datos (dividir en múltiples tablas relacionadas) para eliminar redundancia y mantener integridad referencial.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4000"/>
              <a:buFont typeface="Arial"/>
              <a:buNone/>
            </a:pPr>
            <a:r>
              <a:t/>
            </a:r>
            <a:endParaRPr b="0" i="0" sz="40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chemeClr val="dk1"/>
              </a:buClr>
              <a:buSzPts val="4000"/>
              <a:buFont typeface="Arial"/>
              <a:buNone/>
            </a:pPr>
            <a:r>
              <a:rPr b="0" i="0" lang="es-MX" sz="4000" u="none" cap="none" strike="noStrike">
                <a:solidFill>
                  <a:schemeClr val="dk1"/>
                </a:solidFill>
                <a:latin typeface="Lato"/>
                <a:ea typeface="Lato"/>
                <a:cs typeface="Lato"/>
                <a:sym typeface="Lato"/>
              </a:rPr>
              <a:t>En NoSQL, por el contrario, se suelen </a:t>
            </a:r>
            <a:r>
              <a:rPr b="1" i="0" lang="es-MX" sz="4000" u="none" cap="none" strike="noStrike">
                <a:solidFill>
                  <a:schemeClr val="dk1"/>
                </a:solidFill>
                <a:latin typeface="Lato"/>
                <a:ea typeface="Lato"/>
                <a:cs typeface="Lato"/>
                <a:sym typeface="Lato"/>
              </a:rPr>
              <a:t>desnormalizar los datos</a:t>
            </a:r>
            <a:r>
              <a:rPr b="0" i="0" lang="es-MX" sz="4000" u="none" cap="none" strike="noStrike">
                <a:solidFill>
                  <a:schemeClr val="dk1"/>
                </a:solidFill>
                <a:latin typeface="Lato"/>
                <a:ea typeface="Lato"/>
                <a:cs typeface="Lato"/>
                <a:sym typeface="Lato"/>
              </a:rPr>
              <a:t>, almacenando juntos datos relacionados en un mismo registro/documento.</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800"/>
              </a:spcBef>
              <a:spcAft>
                <a:spcPts val="0"/>
              </a:spcAft>
              <a:buClr>
                <a:schemeClr val="dk1"/>
              </a:buClr>
              <a:buSzPts val="4000"/>
              <a:buFont typeface="Arial"/>
              <a:buNone/>
            </a:pPr>
            <a:r>
              <a:t/>
            </a:r>
            <a:endParaRPr b="0" i="0" sz="4000" u="none" cap="none" strike="noStrike">
              <a:solidFill>
                <a:schemeClr val="dk1"/>
              </a:solidFill>
              <a:latin typeface="Lato"/>
              <a:ea typeface="Lato"/>
              <a:cs typeface="Lato"/>
              <a:sym typeface="Lato"/>
            </a:endParaRPr>
          </a:p>
          <a:p>
            <a:pPr indent="0" lvl="0" marL="0" marR="0" rtl="0" algn="l">
              <a:lnSpc>
                <a:spcPct val="100000"/>
              </a:lnSpc>
              <a:spcBef>
                <a:spcPts val="800"/>
              </a:spcBef>
              <a:spcAft>
                <a:spcPts val="0"/>
              </a:spcAft>
              <a:buClr>
                <a:schemeClr val="dk1"/>
              </a:buClr>
              <a:buSzPts val="4000"/>
              <a:buFont typeface="Arial"/>
              <a:buNone/>
            </a:pPr>
            <a:r>
              <a:rPr b="0" i="0" lang="es-MX" sz="4000" u="none" cap="none" strike="noStrike">
                <a:solidFill>
                  <a:schemeClr val="dk1"/>
                </a:solidFill>
                <a:latin typeface="Lato"/>
                <a:ea typeface="Lato"/>
                <a:cs typeface="Lato"/>
                <a:sym typeface="Lato"/>
              </a:rPr>
              <a:t>Esta desnormalización </a:t>
            </a:r>
            <a:r>
              <a:rPr b="1" i="0" lang="es-MX" sz="4000" u="none" cap="none" strike="noStrike">
                <a:solidFill>
                  <a:schemeClr val="dk1"/>
                </a:solidFill>
                <a:latin typeface="Lato"/>
                <a:ea typeface="Lato"/>
                <a:cs typeface="Lato"/>
                <a:sym typeface="Lato"/>
              </a:rPr>
              <a:t>evita las uniones (</a:t>
            </a:r>
            <a:r>
              <a:rPr b="1" i="1" lang="es-MX" sz="4000" u="none" cap="none" strike="noStrike">
                <a:solidFill>
                  <a:schemeClr val="dk1"/>
                </a:solidFill>
                <a:latin typeface="Lato"/>
                <a:ea typeface="Lato"/>
                <a:cs typeface="Lato"/>
                <a:sym typeface="Lato"/>
              </a:rPr>
              <a:t>joins</a:t>
            </a:r>
            <a:r>
              <a:rPr b="1" i="0" lang="es-MX" sz="4000" u="none" cap="none" strike="noStrike">
                <a:solidFill>
                  <a:schemeClr val="dk1"/>
                </a:solidFill>
                <a:latin typeface="Lato"/>
                <a:ea typeface="Lato"/>
                <a:cs typeface="Lato"/>
                <a:sym typeface="Lato"/>
              </a:rPr>
              <a:t>) costosas</a:t>
            </a:r>
            <a:r>
              <a:rPr b="0" i="0" lang="es-MX" sz="4000" u="none" cap="none" strike="noStrike">
                <a:solidFill>
                  <a:schemeClr val="dk1"/>
                </a:solidFill>
                <a:latin typeface="Lato"/>
                <a:ea typeface="Lato"/>
                <a:cs typeface="Lato"/>
                <a:sym typeface="Lato"/>
              </a:rPr>
              <a:t> y mejora la velocidad de lectura, aunque introduce duplicidad de datos. </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800"/>
              </a:spcBef>
              <a:spcAft>
                <a:spcPts val="0"/>
              </a:spcAft>
              <a:buClr>
                <a:schemeClr val="dk1"/>
              </a:buClr>
              <a:buSzPts val="4000"/>
              <a:buFont typeface="Arial"/>
              <a:buNone/>
            </a:pPr>
            <a:r>
              <a:t/>
            </a:r>
            <a:endParaRPr b="0" i="0" sz="4000" u="none" cap="none" strike="noStrike">
              <a:solidFill>
                <a:schemeClr val="dk1"/>
              </a:solidFill>
              <a:latin typeface="Lato"/>
              <a:ea typeface="Lato"/>
              <a:cs typeface="Lato"/>
              <a:sym typeface="Lato"/>
            </a:endParaRPr>
          </a:p>
          <a:p>
            <a:pPr indent="0" lvl="0" marL="0" marR="0" rtl="0" algn="l">
              <a:lnSpc>
                <a:spcPct val="100000"/>
              </a:lnSpc>
              <a:spcBef>
                <a:spcPts val="800"/>
              </a:spcBef>
              <a:spcAft>
                <a:spcPts val="0"/>
              </a:spcAft>
              <a:buClr>
                <a:schemeClr val="dk1"/>
              </a:buClr>
              <a:buSzPts val="4000"/>
              <a:buFont typeface="Arial"/>
              <a:buNone/>
            </a:pPr>
            <a:r>
              <a:rPr b="0" i="0" lang="es-MX" sz="4000" u="none" cap="none" strike="noStrike">
                <a:solidFill>
                  <a:schemeClr val="dk1"/>
                </a:solidFill>
                <a:latin typeface="Lato"/>
                <a:ea typeface="Lato"/>
                <a:cs typeface="Lato"/>
                <a:sym typeface="Lato"/>
              </a:rPr>
              <a:t>En NoSQL </a:t>
            </a:r>
            <a:r>
              <a:rPr b="1" i="0" lang="es-MX" sz="4000" u="none" cap="none" strike="noStrike">
                <a:solidFill>
                  <a:schemeClr val="dk1"/>
                </a:solidFill>
                <a:highlight>
                  <a:srgbClr val="FFFF00"/>
                </a:highlight>
                <a:latin typeface="Lato"/>
                <a:ea typeface="Lato"/>
                <a:cs typeface="Lato"/>
                <a:sym typeface="Lato"/>
              </a:rPr>
              <a:t>“lo que se lee junto se guarda junto”</a:t>
            </a:r>
            <a:r>
              <a:rPr b="0" i="0" lang="es-MX" sz="4000" u="none" cap="none" strike="noStrike">
                <a:solidFill>
                  <a:schemeClr val="dk1"/>
                </a:solidFill>
                <a:highlight>
                  <a:srgbClr val="FFFF00"/>
                </a:highlight>
                <a:latin typeface="Lato"/>
                <a:ea typeface="Lato"/>
                <a:cs typeface="Lato"/>
                <a:sym typeface="Lato"/>
              </a:rPr>
              <a:t>, </a:t>
            </a:r>
            <a:r>
              <a:rPr b="0" i="0" lang="es-MX" sz="4000" u="none" cap="none" strike="noStrike">
                <a:solidFill>
                  <a:schemeClr val="dk1"/>
                </a:solidFill>
                <a:latin typeface="Lato"/>
                <a:ea typeface="Lato"/>
                <a:cs typeface="Lato"/>
                <a:sym typeface="Lato"/>
              </a:rPr>
              <a:t>priorizando lecturas rápidas sobre evitar redundancia. Más adelante profundizaremos en esta filosofía de modelado.</a:t>
            </a:r>
            <a:br>
              <a:rPr b="0" i="0" lang="es-MX" sz="4000" u="none" cap="none" strike="noStrike">
                <a:solidFill>
                  <a:schemeClr val="dk1"/>
                </a:solidFill>
                <a:latin typeface="Lato"/>
                <a:ea typeface="Lato"/>
                <a:cs typeface="Lato"/>
                <a:sym typeface="Lato"/>
              </a:rPr>
            </a:br>
            <a:endParaRPr b="0" i="0" sz="4000" u="none" cap="none" strike="noStrike">
              <a:solidFill>
                <a:schemeClr val="dk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0">
                                            <p:txEl>
                                              <p:pRg end="0" st="0"/>
                                            </p:txEl>
                                          </p:spTgt>
                                        </p:tgtEl>
                                        <p:attrNameLst>
                                          <p:attrName>style.visibility</p:attrName>
                                        </p:attrNameLst>
                                      </p:cBhvr>
                                      <p:to>
                                        <p:strVal val="visible"/>
                                      </p:to>
                                    </p:set>
                                    <p:animEffect filter="fade" transition="in">
                                      <p:cBhvr>
                                        <p:cTn dur="500"/>
                                        <p:tgtEl>
                                          <p:spTgt spid="55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0">
                                            <p:txEl>
                                              <p:pRg end="1" st="1"/>
                                            </p:txEl>
                                          </p:spTgt>
                                        </p:tgtEl>
                                        <p:attrNameLst>
                                          <p:attrName>style.visibility</p:attrName>
                                        </p:attrNameLst>
                                      </p:cBhvr>
                                      <p:to>
                                        <p:strVal val="visible"/>
                                      </p:to>
                                    </p:set>
                                    <p:animEffect filter="fade" transition="in">
                                      <p:cBhvr>
                                        <p:cTn dur="500"/>
                                        <p:tgtEl>
                                          <p:spTgt spid="55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0">
                                            <p:txEl>
                                              <p:pRg end="2" st="2"/>
                                            </p:txEl>
                                          </p:spTgt>
                                        </p:tgtEl>
                                        <p:attrNameLst>
                                          <p:attrName>style.visibility</p:attrName>
                                        </p:attrNameLst>
                                      </p:cBhvr>
                                      <p:to>
                                        <p:strVal val="visible"/>
                                      </p:to>
                                    </p:set>
                                    <p:animEffect filter="fade" transition="in">
                                      <p:cBhvr>
                                        <p:cTn dur="500"/>
                                        <p:tgtEl>
                                          <p:spTgt spid="55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0">
                                            <p:txEl>
                                              <p:pRg end="3" st="3"/>
                                            </p:txEl>
                                          </p:spTgt>
                                        </p:tgtEl>
                                        <p:attrNameLst>
                                          <p:attrName>style.visibility</p:attrName>
                                        </p:attrNameLst>
                                      </p:cBhvr>
                                      <p:to>
                                        <p:strVal val="visible"/>
                                      </p:to>
                                    </p:set>
                                    <p:animEffect filter="fade" transition="in">
                                      <p:cBhvr>
                                        <p:cTn dur="500"/>
                                        <p:tgtEl>
                                          <p:spTgt spid="55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0">
                                            <p:txEl>
                                              <p:pRg end="4" st="4"/>
                                            </p:txEl>
                                          </p:spTgt>
                                        </p:tgtEl>
                                        <p:attrNameLst>
                                          <p:attrName>style.visibility</p:attrName>
                                        </p:attrNameLst>
                                      </p:cBhvr>
                                      <p:to>
                                        <p:strVal val="visible"/>
                                      </p:to>
                                    </p:set>
                                    <p:animEffect filter="fade" transition="in">
                                      <p:cBhvr>
                                        <p:cTn dur="500"/>
                                        <p:tgtEl>
                                          <p:spTgt spid="55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0">
                                            <p:txEl>
                                              <p:pRg end="5" st="5"/>
                                            </p:txEl>
                                          </p:spTgt>
                                        </p:tgtEl>
                                        <p:attrNameLst>
                                          <p:attrName>style.visibility</p:attrName>
                                        </p:attrNameLst>
                                      </p:cBhvr>
                                      <p:to>
                                        <p:strVal val="visible"/>
                                      </p:to>
                                    </p:set>
                                    <p:animEffect filter="fade" transition="in">
                                      <p:cBhvr>
                                        <p:cTn dur="500"/>
                                        <p:tgtEl>
                                          <p:spTgt spid="55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0">
                                            <p:txEl>
                                              <p:pRg end="6" st="6"/>
                                            </p:txEl>
                                          </p:spTgt>
                                        </p:tgtEl>
                                        <p:attrNameLst>
                                          <p:attrName>style.visibility</p:attrName>
                                        </p:attrNameLst>
                                      </p:cBhvr>
                                      <p:to>
                                        <p:strVal val="visible"/>
                                      </p:to>
                                    </p:set>
                                    <p:animEffect filter="fade" transition="in">
                                      <p:cBhvr>
                                        <p:cTn dur="500"/>
                                        <p:tgtEl>
                                          <p:spTgt spid="55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pic>
        <p:nvPicPr>
          <p:cNvPr id="556" name="Google Shape;556;p77"/>
          <p:cNvPicPr preferRelativeResize="0"/>
          <p:nvPr/>
        </p:nvPicPr>
        <p:blipFill rotWithShape="1">
          <a:blip r:embed="rId3">
            <a:alphaModFix/>
          </a:blip>
          <a:srcRect b="11750" l="30080" r="30028" t="12040"/>
          <a:stretch/>
        </p:blipFill>
        <p:spPr>
          <a:xfrm>
            <a:off x="3359150" y="3530009"/>
            <a:ext cx="4819650" cy="9207432"/>
          </a:xfrm>
          <a:prstGeom prst="rect">
            <a:avLst/>
          </a:prstGeom>
          <a:noFill/>
          <a:ln>
            <a:noFill/>
          </a:ln>
        </p:spPr>
      </p:pic>
      <p:sp>
        <p:nvSpPr>
          <p:cNvPr descr="Qué es Realidad? » Su Definición y Significado [2023]" id="557" name="Google Shape;557;p77"/>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58" name="Google Shape;558;p77"/>
          <p:cNvSpPr txBox="1"/>
          <p:nvPr/>
        </p:nvSpPr>
        <p:spPr>
          <a:xfrm>
            <a:off x="3968750" y="4450251"/>
            <a:ext cx="1854200"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s-MX" sz="3200" u="none" cap="none" strike="noStrike">
                <a:solidFill>
                  <a:srgbClr val="000000"/>
                </a:solidFill>
                <a:latin typeface="Arial"/>
                <a:ea typeface="Arial"/>
                <a:cs typeface="Arial"/>
                <a:sym typeface="Arial"/>
              </a:rPr>
              <a:t>Artículo</a:t>
            </a:r>
            <a:endParaRPr b="0" i="0" sz="1400" u="none" cap="none" strike="noStrike">
              <a:solidFill>
                <a:srgbClr val="000000"/>
              </a:solidFill>
              <a:latin typeface="Arial"/>
              <a:ea typeface="Arial"/>
              <a:cs typeface="Arial"/>
              <a:sym typeface="Arial"/>
            </a:endParaRPr>
          </a:p>
        </p:txBody>
      </p:sp>
      <p:sp>
        <p:nvSpPr>
          <p:cNvPr id="559" name="Google Shape;559;p77"/>
          <p:cNvSpPr/>
          <p:nvPr/>
        </p:nvSpPr>
        <p:spPr>
          <a:xfrm>
            <a:off x="5933016" y="6273800"/>
            <a:ext cx="1270000" cy="1168400"/>
          </a:xfrm>
          <a:prstGeom prst="rect">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Arial"/>
              <a:ea typeface="Arial"/>
              <a:cs typeface="Arial"/>
              <a:sym typeface="Arial"/>
            </a:endParaRPr>
          </a:p>
        </p:txBody>
      </p:sp>
      <p:sp>
        <p:nvSpPr>
          <p:cNvPr id="560" name="Google Shape;560;p77"/>
          <p:cNvSpPr txBox="1"/>
          <p:nvPr/>
        </p:nvSpPr>
        <p:spPr>
          <a:xfrm>
            <a:off x="4238623" y="6460629"/>
            <a:ext cx="1608667"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s-MX" sz="2000" u="none" cap="none" strike="noStrike">
                <a:solidFill>
                  <a:srgbClr val="000000"/>
                </a:solidFill>
                <a:latin typeface="Arial"/>
                <a:ea typeface="Arial"/>
                <a:cs typeface="Arial"/>
                <a:sym typeface="Arial"/>
              </a:rPr>
              <a:t>Reloj de muñeca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MX" sz="2000" u="none" cap="none" strike="noStrike">
                <a:solidFill>
                  <a:srgbClr val="000000"/>
                </a:solidFill>
                <a:latin typeface="Arial"/>
                <a:ea typeface="Arial"/>
                <a:cs typeface="Arial"/>
                <a:sym typeface="Arial"/>
              </a:rPr>
              <a:t>$25.000</a:t>
            </a:r>
            <a:endParaRPr b="0" i="0" sz="1400" u="none" cap="none" strike="noStrike">
              <a:solidFill>
                <a:srgbClr val="000000"/>
              </a:solidFill>
              <a:latin typeface="Arial"/>
              <a:ea typeface="Arial"/>
              <a:cs typeface="Arial"/>
              <a:sym typeface="Arial"/>
            </a:endParaRPr>
          </a:p>
        </p:txBody>
      </p:sp>
      <p:sp>
        <p:nvSpPr>
          <p:cNvPr id="561" name="Google Shape;561;p77"/>
          <p:cNvSpPr/>
          <p:nvPr/>
        </p:nvSpPr>
        <p:spPr>
          <a:xfrm>
            <a:off x="5933016" y="8134494"/>
            <a:ext cx="1270000" cy="1168400"/>
          </a:xfrm>
          <a:prstGeom prst="rect">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Arial"/>
              <a:ea typeface="Arial"/>
              <a:cs typeface="Arial"/>
              <a:sym typeface="Arial"/>
            </a:endParaRPr>
          </a:p>
        </p:txBody>
      </p:sp>
      <p:sp>
        <p:nvSpPr>
          <p:cNvPr id="562" name="Google Shape;562;p77"/>
          <p:cNvSpPr/>
          <p:nvPr/>
        </p:nvSpPr>
        <p:spPr>
          <a:xfrm>
            <a:off x="5920311" y="9995187"/>
            <a:ext cx="1270000" cy="1168400"/>
          </a:xfrm>
          <a:prstGeom prst="rect">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Arial"/>
              <a:ea typeface="Arial"/>
              <a:cs typeface="Arial"/>
              <a:sym typeface="Arial"/>
            </a:endParaRPr>
          </a:p>
        </p:txBody>
      </p:sp>
      <p:sp>
        <p:nvSpPr>
          <p:cNvPr id="563" name="Google Shape;563;p77"/>
          <p:cNvSpPr txBox="1"/>
          <p:nvPr/>
        </p:nvSpPr>
        <p:spPr>
          <a:xfrm>
            <a:off x="4152897" y="8189148"/>
            <a:ext cx="1608667"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s-MX" sz="2000" u="none" cap="none" strike="noStrike">
                <a:solidFill>
                  <a:srgbClr val="000000"/>
                </a:solidFill>
                <a:latin typeface="Arial"/>
                <a:ea typeface="Arial"/>
                <a:cs typeface="Arial"/>
                <a:sym typeface="Arial"/>
              </a:rPr>
              <a:t>Mesa de centro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MX" sz="2000" u="none" cap="none" strike="noStrike">
                <a:solidFill>
                  <a:srgbClr val="000000"/>
                </a:solidFill>
                <a:latin typeface="Arial"/>
                <a:ea typeface="Arial"/>
                <a:cs typeface="Arial"/>
                <a:sym typeface="Arial"/>
              </a:rPr>
              <a:t>$145.000</a:t>
            </a:r>
            <a:endParaRPr b="0" i="0" sz="1400" u="none" cap="none" strike="noStrike">
              <a:solidFill>
                <a:srgbClr val="000000"/>
              </a:solidFill>
              <a:latin typeface="Arial"/>
              <a:ea typeface="Arial"/>
              <a:cs typeface="Arial"/>
              <a:sym typeface="Arial"/>
            </a:endParaRPr>
          </a:p>
        </p:txBody>
      </p:sp>
      <p:sp>
        <p:nvSpPr>
          <p:cNvPr id="564" name="Google Shape;564;p77"/>
          <p:cNvSpPr txBox="1"/>
          <p:nvPr/>
        </p:nvSpPr>
        <p:spPr>
          <a:xfrm>
            <a:off x="4152897" y="9917668"/>
            <a:ext cx="1608667"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s-MX" sz="2000" u="none" cap="none" strike="noStrike">
                <a:solidFill>
                  <a:srgbClr val="000000"/>
                </a:solidFill>
                <a:latin typeface="Arial"/>
                <a:ea typeface="Arial"/>
                <a:cs typeface="Arial"/>
                <a:sym typeface="Arial"/>
              </a:rPr>
              <a:t>Radio eléctrico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MX" sz="2000" u="none" cap="none" strike="noStrike">
                <a:solidFill>
                  <a:srgbClr val="000000"/>
                </a:solidFill>
                <a:latin typeface="Arial"/>
                <a:ea typeface="Arial"/>
                <a:cs typeface="Arial"/>
                <a:sym typeface="Arial"/>
              </a:rPr>
              <a:t>$104.000</a:t>
            </a:r>
            <a:endParaRPr b="0" i="0" sz="1400" u="none" cap="none" strike="noStrike">
              <a:solidFill>
                <a:srgbClr val="000000"/>
              </a:solidFill>
              <a:latin typeface="Arial"/>
              <a:ea typeface="Arial"/>
              <a:cs typeface="Arial"/>
              <a:sym typeface="Arial"/>
            </a:endParaRPr>
          </a:p>
        </p:txBody>
      </p:sp>
      <p:pic>
        <p:nvPicPr>
          <p:cNvPr id="565" name="Google Shape;565;p77"/>
          <p:cNvPicPr preferRelativeResize="0"/>
          <p:nvPr/>
        </p:nvPicPr>
        <p:blipFill rotWithShape="1">
          <a:blip r:embed="rId4">
            <a:alphaModFix/>
          </a:blip>
          <a:srcRect b="0" l="0" r="0" t="0"/>
          <a:stretch/>
        </p:blipFill>
        <p:spPr>
          <a:xfrm>
            <a:off x="8972547" y="3774564"/>
            <a:ext cx="13175808" cy="8019007"/>
          </a:xfrm>
          <a:prstGeom prst="rect">
            <a:avLst/>
          </a:prstGeom>
          <a:noFill/>
          <a:ln>
            <a:noFill/>
          </a:ln>
          <a:effectLst>
            <a:outerShdw blurRad="152400" sx="102000" rotWithShape="0" algn="tl" dir="2700000" dist="38100" sy="102000">
              <a:srgbClr val="000000">
                <a:alpha val="40000"/>
              </a:srgbClr>
            </a:outerShdw>
          </a:effectLst>
        </p:spPr>
      </p:pic>
      <p:sp>
        <p:nvSpPr>
          <p:cNvPr id="566" name="Google Shape;566;p77"/>
          <p:cNvSpPr txBox="1"/>
          <p:nvPr/>
        </p:nvSpPr>
        <p:spPr>
          <a:xfrm>
            <a:off x="2229775" y="978559"/>
            <a:ext cx="20523899" cy="2286000"/>
          </a:xfrm>
          <a:prstGeom prst="rect">
            <a:avLst/>
          </a:prstGeom>
          <a:noFill/>
          <a:ln>
            <a:noFill/>
          </a:ln>
        </p:spPr>
        <p:txBody>
          <a:bodyPr anchorCtr="0" anchor="ctr" bIns="45700" lIns="91425" spcFirstLastPara="1" rIns="91425" wrap="square" tIns="45700">
            <a:normAutofit fontScale="97500"/>
          </a:bodyPr>
          <a:lstStyle/>
          <a:p>
            <a:pPr indent="0" lvl="0" marL="0" marR="0" rtl="0" algn="l">
              <a:lnSpc>
                <a:spcPct val="90000"/>
              </a:lnSpc>
              <a:spcBef>
                <a:spcPts val="0"/>
              </a:spcBef>
              <a:spcAft>
                <a:spcPts val="0"/>
              </a:spcAft>
              <a:buClr>
                <a:schemeClr val="dk1"/>
              </a:buClr>
              <a:buSzPct val="102564"/>
              <a:buFont typeface="Calibri"/>
              <a:buNone/>
            </a:pPr>
            <a:r>
              <a:rPr b="0" i="0" lang="es-MX" sz="8000" u="none" cap="none" strike="noStrike">
                <a:solidFill>
                  <a:schemeClr val="dk1"/>
                </a:solidFill>
                <a:latin typeface="Roboto"/>
                <a:ea typeface="Roboto"/>
                <a:cs typeface="Roboto"/>
                <a:sym typeface="Roboto"/>
              </a:rPr>
              <a:t>NORMALIZACIÓN VS. DESNORMALIZACIÓN</a:t>
            </a:r>
            <a:endParaRPr b="0" i="0" sz="80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5"/>
                                        </p:tgtEl>
                                        <p:attrNameLst>
                                          <p:attrName>style.visibility</p:attrName>
                                        </p:attrNameLst>
                                      </p:cBhvr>
                                      <p:to>
                                        <p:strVal val="visible"/>
                                      </p:to>
                                    </p:set>
                                    <p:animEffect filter="fade" transition="in">
                                      <p:cBhvr>
                                        <p:cTn dur="500"/>
                                        <p:tgtEl>
                                          <p:spTgt spid="5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pic>
        <p:nvPicPr>
          <p:cNvPr id="572" name="Google Shape;572;p78"/>
          <p:cNvPicPr preferRelativeResize="0"/>
          <p:nvPr/>
        </p:nvPicPr>
        <p:blipFill rotWithShape="1">
          <a:blip r:embed="rId3">
            <a:alphaModFix/>
          </a:blip>
          <a:srcRect b="11750" l="30080" r="30028" t="12040"/>
          <a:stretch/>
        </p:blipFill>
        <p:spPr>
          <a:xfrm>
            <a:off x="3359150" y="3530009"/>
            <a:ext cx="4819650" cy="9207432"/>
          </a:xfrm>
          <a:prstGeom prst="rect">
            <a:avLst/>
          </a:prstGeom>
          <a:noFill/>
          <a:ln>
            <a:noFill/>
          </a:ln>
        </p:spPr>
      </p:pic>
      <p:sp>
        <p:nvSpPr>
          <p:cNvPr descr="Qué es Realidad? » Su Definición y Significado [2023]" id="573" name="Google Shape;573;p78"/>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74" name="Google Shape;574;p78"/>
          <p:cNvSpPr txBox="1"/>
          <p:nvPr/>
        </p:nvSpPr>
        <p:spPr>
          <a:xfrm>
            <a:off x="3968750" y="4450251"/>
            <a:ext cx="1854200"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s-MX" sz="3200" u="none" cap="none" strike="noStrike">
                <a:solidFill>
                  <a:srgbClr val="000000"/>
                </a:solidFill>
                <a:latin typeface="Arial"/>
                <a:ea typeface="Arial"/>
                <a:cs typeface="Arial"/>
                <a:sym typeface="Arial"/>
              </a:rPr>
              <a:t>Artículo</a:t>
            </a:r>
            <a:endParaRPr b="0" i="0" sz="1400" u="none" cap="none" strike="noStrike">
              <a:solidFill>
                <a:srgbClr val="000000"/>
              </a:solidFill>
              <a:latin typeface="Arial"/>
              <a:ea typeface="Arial"/>
              <a:cs typeface="Arial"/>
              <a:sym typeface="Arial"/>
            </a:endParaRPr>
          </a:p>
        </p:txBody>
      </p:sp>
      <p:pic>
        <p:nvPicPr>
          <p:cNvPr id="575" name="Google Shape;575;p78"/>
          <p:cNvPicPr preferRelativeResize="0"/>
          <p:nvPr/>
        </p:nvPicPr>
        <p:blipFill rotWithShape="1">
          <a:blip r:embed="rId4">
            <a:alphaModFix/>
          </a:blip>
          <a:srcRect b="0" l="0" r="0" t="0"/>
          <a:stretch/>
        </p:blipFill>
        <p:spPr>
          <a:xfrm>
            <a:off x="7781699" y="3530009"/>
            <a:ext cx="16198353" cy="6414013"/>
          </a:xfrm>
          <a:prstGeom prst="rect">
            <a:avLst/>
          </a:prstGeom>
          <a:noFill/>
          <a:ln>
            <a:noFill/>
          </a:ln>
          <a:effectLst>
            <a:outerShdw blurRad="152400" sx="102000" rotWithShape="0" algn="tl" dir="2700000" dist="38100" sy="102000">
              <a:srgbClr val="000000">
                <a:alpha val="40000"/>
              </a:srgbClr>
            </a:outerShdw>
          </a:effectLst>
        </p:spPr>
      </p:pic>
      <p:sp>
        <p:nvSpPr>
          <p:cNvPr id="576" name="Google Shape;576;p78"/>
          <p:cNvSpPr txBox="1"/>
          <p:nvPr/>
        </p:nvSpPr>
        <p:spPr>
          <a:xfrm>
            <a:off x="2229775" y="978559"/>
            <a:ext cx="20523899" cy="2286000"/>
          </a:xfrm>
          <a:prstGeom prst="rect">
            <a:avLst/>
          </a:prstGeom>
          <a:noFill/>
          <a:ln>
            <a:noFill/>
          </a:ln>
        </p:spPr>
        <p:txBody>
          <a:bodyPr anchorCtr="0" anchor="ctr" bIns="45700" lIns="91425" spcFirstLastPara="1" rIns="91425" wrap="square" tIns="45700">
            <a:normAutofit fontScale="97500"/>
          </a:bodyPr>
          <a:lstStyle/>
          <a:p>
            <a:pPr indent="0" lvl="0" marL="0" marR="0" rtl="0" algn="l">
              <a:lnSpc>
                <a:spcPct val="90000"/>
              </a:lnSpc>
              <a:spcBef>
                <a:spcPts val="0"/>
              </a:spcBef>
              <a:spcAft>
                <a:spcPts val="0"/>
              </a:spcAft>
              <a:buClr>
                <a:schemeClr val="dk1"/>
              </a:buClr>
              <a:buSzPct val="102564"/>
              <a:buFont typeface="Calibri"/>
              <a:buNone/>
            </a:pPr>
            <a:r>
              <a:rPr b="0" i="0" lang="es-MX" sz="8000" u="none" cap="none" strike="noStrike">
                <a:solidFill>
                  <a:schemeClr val="dk1"/>
                </a:solidFill>
                <a:latin typeface="Roboto"/>
                <a:ea typeface="Roboto"/>
                <a:cs typeface="Roboto"/>
                <a:sym typeface="Roboto"/>
              </a:rPr>
              <a:t>NORMALIZACIÓN VS. DESNORMALIZACIÓN</a:t>
            </a:r>
            <a:endParaRPr b="0" i="0" sz="8000" u="none" cap="none" strike="noStrike">
              <a:solidFill>
                <a:schemeClr val="dk1"/>
              </a:solidFill>
              <a:latin typeface="Roboto"/>
              <a:ea typeface="Roboto"/>
              <a:cs typeface="Roboto"/>
              <a:sym typeface="Roboto"/>
            </a:endParaRPr>
          </a:p>
        </p:txBody>
      </p:sp>
      <p:sp>
        <p:nvSpPr>
          <p:cNvPr id="577" name="Google Shape;577;p78"/>
          <p:cNvSpPr/>
          <p:nvPr/>
        </p:nvSpPr>
        <p:spPr>
          <a:xfrm>
            <a:off x="3896425" y="5714821"/>
            <a:ext cx="3727968" cy="2201845"/>
          </a:xfrm>
          <a:prstGeom prst="rect">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78" name="Google Shape;578;p78"/>
          <p:cNvSpPr txBox="1"/>
          <p:nvPr/>
        </p:nvSpPr>
        <p:spPr>
          <a:xfrm>
            <a:off x="3896425" y="8182116"/>
            <a:ext cx="3655643" cy="30469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MX" sz="2400" u="none" cap="none" strike="noStrike">
                <a:solidFill>
                  <a:srgbClr val="000000"/>
                </a:solidFill>
                <a:latin typeface="Arial"/>
                <a:ea typeface="Arial"/>
                <a:cs typeface="Arial"/>
                <a:sym typeface="Arial"/>
              </a:rPr>
              <a:t>Reloj de muñeca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1" lang="es-MX" sz="2400" u="none" cap="none" strike="noStrike">
                <a:solidFill>
                  <a:srgbClr val="000000"/>
                </a:solidFill>
                <a:latin typeface="Arial"/>
                <a:ea typeface="Arial"/>
                <a:cs typeface="Arial"/>
                <a:sym typeface="Arial"/>
              </a:rPr>
              <a:t>Maravilloso reloj de muñeca con el cual usted nunca volverá a llegar tarde.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s-MX" sz="2400" u="none" cap="none" strike="noStrike">
                <a:solidFill>
                  <a:srgbClr val="000000"/>
                </a:solidFill>
                <a:latin typeface="Arial"/>
                <a:ea typeface="Arial"/>
                <a:cs typeface="Arial"/>
                <a:sym typeface="Arial"/>
              </a:rPr>
              <a:t>$25.000</a:t>
            </a:r>
            <a:endParaRPr b="0" i="0" sz="1400" u="none" cap="none" strike="noStrike">
              <a:solidFill>
                <a:srgbClr val="000000"/>
              </a:solidFill>
              <a:latin typeface="Arial"/>
              <a:ea typeface="Arial"/>
              <a:cs typeface="Arial"/>
              <a:sym typeface="Arial"/>
            </a:endParaRPr>
          </a:p>
        </p:txBody>
      </p:sp>
      <p:sp>
        <p:nvSpPr>
          <p:cNvPr id="579" name="Google Shape;579;p78"/>
          <p:cNvSpPr txBox="1"/>
          <p:nvPr/>
        </p:nvSpPr>
        <p:spPr>
          <a:xfrm>
            <a:off x="8716075" y="9489897"/>
            <a:ext cx="12308775" cy="1439149"/>
          </a:xfrm>
          <a:prstGeom prst="rect">
            <a:avLst/>
          </a:prstGeom>
          <a:noFill/>
          <a:ln>
            <a:noFill/>
          </a:ln>
        </p:spPr>
        <p:txBody>
          <a:bodyPr anchorCtr="0" anchor="t" bIns="22850" lIns="45700" spcFirstLastPara="1" rIns="45700" wrap="square" tIns="22850">
            <a:noAutofit/>
          </a:bodyPr>
          <a:lstStyle/>
          <a:p>
            <a:pPr indent="0" lvl="0" marL="114300" marR="0" rtl="0" algn="l">
              <a:lnSpc>
                <a:spcPct val="90000"/>
              </a:lnSpc>
              <a:spcBef>
                <a:spcPts val="2000"/>
              </a:spcBef>
              <a:spcAft>
                <a:spcPts val="0"/>
              </a:spcAft>
              <a:buClr>
                <a:schemeClr val="dk1"/>
              </a:buClr>
              <a:buSzPts val="1800"/>
              <a:buFont typeface="Arial"/>
              <a:buNone/>
            </a:pPr>
            <a:r>
              <a:rPr b="0" i="0" lang="es-MX" sz="3600" u="none" cap="none" strike="noStrike">
                <a:solidFill>
                  <a:schemeClr val="dk1"/>
                </a:solidFill>
                <a:latin typeface="Arial"/>
                <a:ea typeface="Arial"/>
                <a:cs typeface="Arial"/>
                <a:sym typeface="Arial"/>
              </a:rPr>
              <a:t>¿Repetimos datos a propósito en dos colecciones distintas de documentos?</a:t>
            </a:r>
            <a:endParaRPr b="0" i="0" sz="1400" u="none" cap="none" strike="noStrike">
              <a:solidFill>
                <a:srgbClr val="000000"/>
              </a:solidFill>
              <a:latin typeface="Arial"/>
              <a:ea typeface="Arial"/>
              <a:cs typeface="Arial"/>
              <a:sym typeface="Arial"/>
            </a:endParaRPr>
          </a:p>
          <a:p>
            <a:pPr indent="0" lvl="0" marL="114300" marR="0" rtl="0" algn="l">
              <a:lnSpc>
                <a:spcPct val="90000"/>
              </a:lnSpc>
              <a:spcBef>
                <a:spcPts val="2000"/>
              </a:spcBef>
              <a:spcAft>
                <a:spcPts val="0"/>
              </a:spcAft>
              <a:buClr>
                <a:schemeClr val="dk1"/>
              </a:buClr>
              <a:buSzPts val="1800"/>
              <a:buFont typeface="Arial"/>
              <a:buNone/>
            </a:pPr>
            <a:r>
              <a:t/>
            </a:r>
            <a:endParaRPr b="0" i="0" sz="3600" u="none" cap="none" strike="noStrike">
              <a:solidFill>
                <a:schemeClr val="dk1"/>
              </a:solidFill>
              <a:latin typeface="Arial"/>
              <a:ea typeface="Arial"/>
              <a:cs typeface="Arial"/>
              <a:sym typeface="Arial"/>
            </a:endParaRPr>
          </a:p>
        </p:txBody>
      </p:sp>
      <p:sp>
        <p:nvSpPr>
          <p:cNvPr id="580" name="Google Shape;580;p78"/>
          <p:cNvSpPr txBox="1"/>
          <p:nvPr/>
        </p:nvSpPr>
        <p:spPr>
          <a:xfrm>
            <a:off x="8716074" y="10929046"/>
            <a:ext cx="13357117" cy="1439149"/>
          </a:xfrm>
          <a:prstGeom prst="rect">
            <a:avLst/>
          </a:prstGeom>
          <a:noFill/>
          <a:ln>
            <a:noFill/>
          </a:ln>
        </p:spPr>
        <p:txBody>
          <a:bodyPr anchorCtr="0" anchor="t" bIns="22850" lIns="45700" spcFirstLastPara="1" rIns="45700" wrap="square" tIns="22850">
            <a:noAutofit/>
          </a:bodyPr>
          <a:lstStyle/>
          <a:p>
            <a:pPr indent="0" lvl="0" marL="114300" marR="0" rtl="0" algn="l">
              <a:lnSpc>
                <a:spcPct val="90000"/>
              </a:lnSpc>
              <a:spcBef>
                <a:spcPts val="2000"/>
              </a:spcBef>
              <a:spcAft>
                <a:spcPts val="0"/>
              </a:spcAft>
              <a:buClr>
                <a:schemeClr val="dk1"/>
              </a:buClr>
              <a:buSzPts val="1800"/>
              <a:buFont typeface="Arial"/>
              <a:buNone/>
            </a:pPr>
            <a:r>
              <a:rPr b="0" i="0" lang="es-MX" sz="3600" u="none" cap="none" strike="noStrike">
                <a:solidFill>
                  <a:schemeClr val="dk1"/>
                </a:solidFill>
                <a:latin typeface="Arial"/>
                <a:ea typeface="Arial"/>
                <a:cs typeface="Arial"/>
                <a:sym typeface="Arial"/>
              </a:rPr>
              <a:t>El principio guía suele ser: </a:t>
            </a:r>
            <a:r>
              <a:rPr b="1" i="0" lang="es-MX" sz="3600" u="none" cap="none" strike="noStrike">
                <a:solidFill>
                  <a:schemeClr val="dk1"/>
                </a:solidFill>
                <a:highlight>
                  <a:srgbClr val="FFFF00"/>
                </a:highlight>
                <a:latin typeface="Arial"/>
                <a:ea typeface="Arial"/>
                <a:cs typeface="Arial"/>
                <a:sym typeface="Arial"/>
              </a:rPr>
              <a:t>si se lee junto, se almacena junto.</a:t>
            </a:r>
            <a:endParaRPr b="0" i="0" sz="1400" u="none" cap="none" strike="noStrike">
              <a:solidFill>
                <a:srgbClr val="000000"/>
              </a:solidFill>
              <a:latin typeface="Arial"/>
              <a:ea typeface="Arial"/>
              <a:cs typeface="Arial"/>
              <a:sym typeface="Arial"/>
            </a:endParaRPr>
          </a:p>
          <a:p>
            <a:pPr indent="0" lvl="0" marL="114300" marR="0" rtl="0" algn="l">
              <a:lnSpc>
                <a:spcPct val="90000"/>
              </a:lnSpc>
              <a:spcBef>
                <a:spcPts val="2000"/>
              </a:spcBef>
              <a:spcAft>
                <a:spcPts val="0"/>
              </a:spcAft>
              <a:buClr>
                <a:schemeClr val="dk1"/>
              </a:buClr>
              <a:buSzPts val="1800"/>
              <a:buFont typeface="Arial"/>
              <a:buNone/>
            </a:pPr>
            <a:r>
              <a:t/>
            </a:r>
            <a:endParaRPr b="0" i="0" sz="36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5"/>
                                        </p:tgtEl>
                                        <p:attrNameLst>
                                          <p:attrName>style.visibility</p:attrName>
                                        </p:attrNameLst>
                                      </p:cBhvr>
                                      <p:to>
                                        <p:strVal val="visible"/>
                                      </p:to>
                                    </p:set>
                                    <p:animEffect filter="fade" transition="in">
                                      <p:cBhvr>
                                        <p:cTn dur="500"/>
                                        <p:tgtEl>
                                          <p:spTgt spid="5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9"/>
                                        </p:tgtEl>
                                        <p:attrNameLst>
                                          <p:attrName>style.visibility</p:attrName>
                                        </p:attrNameLst>
                                      </p:cBhvr>
                                      <p:to>
                                        <p:strVal val="visible"/>
                                      </p:to>
                                    </p:set>
                                    <p:animEffect filter="fade" transition="in">
                                      <p:cBhvr>
                                        <p:cTn dur="500"/>
                                        <p:tgtEl>
                                          <p:spTgt spid="5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500"/>
                                        <p:tgtEl>
                                          <p:spTgt spid="5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10"/>
          <p:cNvSpPr txBox="1"/>
          <p:nvPr>
            <p:ph idx="4294967295" type="title"/>
          </p:nvPr>
        </p:nvSpPr>
        <p:spPr>
          <a:xfrm>
            <a:off x="1835150" y="1346393"/>
            <a:ext cx="20982320" cy="2286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8000"/>
              <a:buFont typeface="Calibri"/>
              <a:buNone/>
            </a:pPr>
            <a:r>
              <a:rPr lang="es-MX" sz="8000">
                <a:latin typeface="Roboto"/>
                <a:ea typeface="Roboto"/>
                <a:cs typeface="Roboto"/>
                <a:sym typeface="Roboto"/>
              </a:rPr>
              <a:t>COMPLEJIDAD EN LAS CONSULTAS</a:t>
            </a:r>
            <a:endParaRPr sz="8000">
              <a:latin typeface="Roboto"/>
              <a:ea typeface="Roboto"/>
              <a:cs typeface="Roboto"/>
              <a:sym typeface="Roboto"/>
            </a:endParaRPr>
          </a:p>
        </p:txBody>
      </p:sp>
      <p:sp>
        <p:nvSpPr>
          <p:cNvPr descr="mediana" id="587" name="Google Shape;587;p10"/>
          <p:cNvSpPr/>
          <p:nvPr/>
        </p:nvSpPr>
        <p:spPr>
          <a:xfrm>
            <a:off x="10058400" y="6842125"/>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588" name="Google Shape;588;p10"/>
          <p:cNvSpPr/>
          <p:nvPr/>
        </p:nvSpPr>
        <p:spPr>
          <a:xfrm>
            <a:off x="1530350" y="0"/>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89" name="Google Shape;589;p10"/>
          <p:cNvSpPr txBox="1"/>
          <p:nvPr/>
        </p:nvSpPr>
        <p:spPr>
          <a:xfrm>
            <a:off x="1835150" y="4211366"/>
            <a:ext cx="19770208" cy="733559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chemeClr val="dk1"/>
              </a:buClr>
              <a:buSzPts val="4000"/>
              <a:buFont typeface="Arial"/>
              <a:buNone/>
            </a:pPr>
            <a:r>
              <a:rPr b="0" i="0" lang="es-MX" sz="4000" u="none" cap="none" strike="noStrike">
                <a:solidFill>
                  <a:schemeClr val="dk1"/>
                </a:solidFill>
                <a:latin typeface="Lato"/>
                <a:ea typeface="Lato"/>
                <a:cs typeface="Lato"/>
                <a:sym typeface="Lato"/>
              </a:rPr>
              <a:t>SQL permite consultas muy complejas (joins entre múltiples tablas, subconsultas, agregaciones avanzadas, etc.), garantizando resultados consistentes en transacciones ACID.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chemeClr val="dk1"/>
              </a:buClr>
              <a:buSzPts val="4000"/>
              <a:buFont typeface="Arial"/>
              <a:buNone/>
            </a:pPr>
            <a:r>
              <a:t/>
            </a:r>
            <a:endParaRPr b="0" i="0" sz="4000" u="none" cap="none" strike="noStrike">
              <a:solidFill>
                <a:schemeClr val="dk1"/>
              </a:solidFill>
              <a:latin typeface="Lato"/>
              <a:ea typeface="Lato"/>
              <a:cs typeface="Lato"/>
              <a:sym typeface="Lato"/>
            </a:endParaRPr>
          </a:p>
          <a:p>
            <a:pPr indent="0" lvl="0" marL="0" marR="0" rtl="0" algn="l">
              <a:lnSpc>
                <a:spcPct val="100000"/>
              </a:lnSpc>
              <a:spcBef>
                <a:spcPts val="800"/>
              </a:spcBef>
              <a:spcAft>
                <a:spcPts val="0"/>
              </a:spcAft>
              <a:buClr>
                <a:schemeClr val="dk1"/>
              </a:buClr>
              <a:buSzPts val="4000"/>
              <a:buFont typeface="Arial"/>
              <a:buNone/>
            </a:pPr>
            <a:r>
              <a:rPr b="0" i="0" lang="es-MX" sz="4000" u="none" cap="none" strike="noStrike">
                <a:solidFill>
                  <a:schemeClr val="dk1"/>
                </a:solidFill>
                <a:latin typeface="Lato"/>
                <a:ea typeface="Lato"/>
                <a:cs typeface="Lato"/>
                <a:sym typeface="Lato"/>
              </a:rPr>
              <a:t>En NoSQL, las consultas típicamente son más sencillas, a nivel de una colección o documento. </a:t>
            </a:r>
            <a:r>
              <a:rPr b="1" i="0" lang="es-MX" sz="4000" u="none" cap="none" strike="noStrike">
                <a:solidFill>
                  <a:schemeClr val="dk1"/>
                </a:solidFill>
                <a:latin typeface="Lato"/>
                <a:ea typeface="Lato"/>
                <a:cs typeface="Lato"/>
                <a:sym typeface="Lato"/>
              </a:rPr>
              <a:t>No hay joins nativos</a:t>
            </a:r>
            <a:r>
              <a:rPr b="0" i="0" lang="es-MX" sz="4000" u="none" cap="none" strike="noStrike">
                <a:solidFill>
                  <a:schemeClr val="dk1"/>
                </a:solidFill>
                <a:latin typeface="Lato"/>
                <a:ea typeface="Lato"/>
                <a:cs typeface="Lato"/>
                <a:sym typeface="Lato"/>
              </a:rPr>
              <a:t> en la mayoría de NoSQL documentales, por lo que obtener datos relacionados a menudo requiere múltiples consultas o haber modelado los datos de forma embebida.</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800"/>
              </a:spcBef>
              <a:spcAft>
                <a:spcPts val="0"/>
              </a:spcAft>
              <a:buClr>
                <a:schemeClr val="dk1"/>
              </a:buClr>
              <a:buSzPts val="4000"/>
              <a:buFont typeface="Arial"/>
              <a:buNone/>
            </a:pPr>
            <a:r>
              <a:t/>
            </a:r>
            <a:endParaRPr b="0" i="0" sz="4000" u="none" cap="none" strike="noStrike">
              <a:solidFill>
                <a:schemeClr val="dk1"/>
              </a:solidFill>
              <a:latin typeface="Lato"/>
              <a:ea typeface="Lato"/>
              <a:cs typeface="Lato"/>
              <a:sym typeface="Lato"/>
            </a:endParaRPr>
          </a:p>
          <a:p>
            <a:pPr indent="0" lvl="0" marL="0" marR="0" rtl="0" algn="l">
              <a:lnSpc>
                <a:spcPct val="100000"/>
              </a:lnSpc>
              <a:spcBef>
                <a:spcPts val="800"/>
              </a:spcBef>
              <a:spcAft>
                <a:spcPts val="0"/>
              </a:spcAft>
              <a:buClr>
                <a:schemeClr val="dk1"/>
              </a:buClr>
              <a:buSzPts val="4000"/>
              <a:buFont typeface="Arial"/>
              <a:buNone/>
            </a:pPr>
            <a:r>
              <a:rPr b="0" i="0" lang="es-MX" sz="4000" u="none" cap="none" strike="noStrike">
                <a:solidFill>
                  <a:schemeClr val="dk1"/>
                </a:solidFill>
                <a:highlight>
                  <a:srgbClr val="FFFF00"/>
                </a:highlight>
                <a:latin typeface="Lato"/>
                <a:ea typeface="Lato"/>
                <a:cs typeface="Lato"/>
                <a:sym typeface="Lato"/>
              </a:rPr>
              <a:t>Esto significa que el </a:t>
            </a:r>
            <a:r>
              <a:rPr b="1" i="0" lang="es-MX" sz="4000" u="none" cap="none" strike="noStrike">
                <a:solidFill>
                  <a:schemeClr val="dk1"/>
                </a:solidFill>
                <a:highlight>
                  <a:srgbClr val="FFFF00"/>
                </a:highlight>
                <a:latin typeface="Lato"/>
                <a:ea typeface="Lato"/>
                <a:cs typeface="Lato"/>
                <a:sym typeface="Lato"/>
              </a:rPr>
              <a:t>rendimiento de lecturas simples es muy alto</a:t>
            </a:r>
            <a:r>
              <a:rPr b="0" i="0" lang="es-MX" sz="4000" u="none" cap="none" strike="noStrike">
                <a:solidFill>
                  <a:schemeClr val="dk1"/>
                </a:solidFill>
                <a:highlight>
                  <a:srgbClr val="FFFF00"/>
                </a:highlight>
                <a:latin typeface="Lato"/>
                <a:ea typeface="Lato"/>
                <a:cs typeface="Lato"/>
                <a:sym typeface="Lato"/>
              </a:rPr>
              <a:t>, pero </a:t>
            </a:r>
            <a:r>
              <a:rPr b="1" i="0" lang="es-MX" sz="4000" u="none" cap="none" strike="noStrike">
                <a:solidFill>
                  <a:schemeClr val="dk1"/>
                </a:solidFill>
                <a:highlight>
                  <a:srgbClr val="FFFF00"/>
                </a:highlight>
                <a:latin typeface="Lato"/>
                <a:ea typeface="Lato"/>
                <a:cs typeface="Lato"/>
                <a:sym typeface="Lato"/>
              </a:rPr>
              <a:t>sacrificando algunas capacidades de consulta avanzada.</a:t>
            </a:r>
            <a:br>
              <a:rPr b="0" i="0" lang="es-MX" sz="4000" u="none" cap="none" strike="noStrike">
                <a:solidFill>
                  <a:schemeClr val="dk1"/>
                </a:solidFill>
                <a:latin typeface="Lato"/>
                <a:ea typeface="Lato"/>
                <a:cs typeface="Lato"/>
                <a:sym typeface="Lato"/>
              </a:rPr>
            </a:br>
            <a:endParaRPr b="0" i="0" sz="4000" u="none" cap="none" strike="noStrike">
              <a:solidFill>
                <a:schemeClr val="dk1"/>
              </a:solidFill>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79"/>
          <p:cNvSpPr txBox="1"/>
          <p:nvPr/>
        </p:nvSpPr>
        <p:spPr>
          <a:xfrm>
            <a:off x="1824887" y="818221"/>
            <a:ext cx="20734227" cy="2286000"/>
          </a:xfrm>
          <a:prstGeom prst="rect">
            <a:avLst/>
          </a:prstGeom>
          <a:noFill/>
          <a:ln>
            <a:noFill/>
          </a:ln>
        </p:spPr>
        <p:txBody>
          <a:bodyPr anchorCtr="0" anchor="ctr" bIns="45700" lIns="91425" spcFirstLastPara="1" rIns="91425" wrap="square" tIns="45700">
            <a:normAutofit lnSpcReduction="10000"/>
          </a:bodyPr>
          <a:lstStyle/>
          <a:p>
            <a:pPr indent="0" lvl="0" marL="0" marR="0" rtl="0" algn="l">
              <a:lnSpc>
                <a:spcPct val="90000"/>
              </a:lnSpc>
              <a:spcBef>
                <a:spcPts val="0"/>
              </a:spcBef>
              <a:spcAft>
                <a:spcPts val="0"/>
              </a:spcAft>
              <a:buClr>
                <a:schemeClr val="dk1"/>
              </a:buClr>
              <a:buSzPts val="8000"/>
              <a:buFont typeface="Calibri"/>
              <a:buNone/>
            </a:pPr>
            <a:r>
              <a:rPr b="0" i="0" lang="es-MX" sz="8800" u="none" cap="none" strike="noStrike">
                <a:solidFill>
                  <a:schemeClr val="dk1"/>
                </a:solidFill>
                <a:latin typeface="Roboto"/>
                <a:ea typeface="Roboto"/>
                <a:cs typeface="Roboto"/>
                <a:sym typeface="Roboto"/>
              </a:rPr>
              <a:t>LAS BASES DE DATOS SQL PREFIEREN LA CONSISTENCIA E INTEGRIDAD</a:t>
            </a:r>
            <a:endParaRPr b="0" i="0" sz="8800" u="none" cap="none" strike="noStrike">
              <a:solidFill>
                <a:schemeClr val="dk1"/>
              </a:solidFill>
              <a:latin typeface="Roboto"/>
              <a:ea typeface="Roboto"/>
              <a:cs typeface="Roboto"/>
              <a:sym typeface="Roboto"/>
            </a:endParaRPr>
          </a:p>
        </p:txBody>
      </p:sp>
      <p:sp>
        <p:nvSpPr>
          <p:cNvPr descr="mediana" id="596" name="Google Shape;596;p79"/>
          <p:cNvSpPr/>
          <p:nvPr/>
        </p:nvSpPr>
        <p:spPr>
          <a:xfrm>
            <a:off x="10058400" y="6842125"/>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597" name="Google Shape;597;p79"/>
          <p:cNvSpPr/>
          <p:nvPr/>
        </p:nvSpPr>
        <p:spPr>
          <a:xfrm>
            <a:off x="1530350" y="0"/>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598" name="Google Shape;598;p79"/>
          <p:cNvSpPr txBox="1"/>
          <p:nvPr/>
        </p:nvSpPr>
        <p:spPr>
          <a:xfrm>
            <a:off x="2141601" y="3312841"/>
            <a:ext cx="20100799" cy="22860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chemeClr val="dk1"/>
              </a:buClr>
              <a:buSzPts val="4000"/>
              <a:buFont typeface="Arial"/>
              <a:buNone/>
            </a:pPr>
            <a:r>
              <a:rPr b="0" i="0" lang="es-MX" sz="4000" u="none" cap="none" strike="noStrike">
                <a:solidFill>
                  <a:schemeClr val="dk1"/>
                </a:solidFill>
                <a:latin typeface="Lato"/>
                <a:ea typeface="Lato"/>
                <a:cs typeface="Lato"/>
                <a:sym typeface="Lato"/>
              </a:rPr>
              <a:t>SQL sigue estrictamente las propiedades </a:t>
            </a:r>
            <a:r>
              <a:rPr b="1" i="0" lang="es-MX" sz="4000" u="none" cap="none" strike="noStrike">
                <a:solidFill>
                  <a:schemeClr val="dk1"/>
                </a:solidFill>
                <a:latin typeface="Lato"/>
                <a:ea typeface="Lato"/>
                <a:cs typeface="Lato"/>
                <a:sym typeface="Lato"/>
              </a:rPr>
              <a:t>ACID</a:t>
            </a:r>
            <a:r>
              <a:rPr b="0" i="0" lang="es-MX" sz="4000" u="none" cap="none" strike="noStrike">
                <a:solidFill>
                  <a:schemeClr val="dk1"/>
                </a:solidFill>
                <a:latin typeface="Lato"/>
                <a:ea typeface="Lato"/>
                <a:cs typeface="Lato"/>
                <a:sym typeface="Lato"/>
              </a:rPr>
              <a:t> (Atomicidad, Consistencia, Aislamiento, Durabilidad) para cada transacción, lo que garantiza integridad fuerte de los datos.</a:t>
            </a:r>
            <a:endParaRPr b="0" i="0" sz="1400" u="none" cap="none" strike="noStrike">
              <a:solidFill>
                <a:srgbClr val="000000"/>
              </a:solidFill>
              <a:latin typeface="Lato"/>
              <a:ea typeface="Lato"/>
              <a:cs typeface="Lato"/>
              <a:sym typeface="Lato"/>
            </a:endParaRPr>
          </a:p>
        </p:txBody>
      </p:sp>
      <p:grpSp>
        <p:nvGrpSpPr>
          <p:cNvPr id="599" name="Google Shape;599;p79"/>
          <p:cNvGrpSpPr/>
          <p:nvPr/>
        </p:nvGrpSpPr>
        <p:grpSpPr>
          <a:xfrm>
            <a:off x="2430176" y="5337785"/>
            <a:ext cx="19466937" cy="6598396"/>
            <a:chOff x="112279" y="340483"/>
            <a:chExt cx="19466937" cy="6598396"/>
          </a:xfrm>
        </p:grpSpPr>
        <p:sp>
          <p:nvSpPr>
            <p:cNvPr id="600" name="Google Shape;600;p79"/>
            <p:cNvSpPr/>
            <p:nvPr/>
          </p:nvSpPr>
          <p:spPr>
            <a:xfrm rot="-5400000">
              <a:off x="-2378000" y="3751256"/>
              <a:ext cx="5677903" cy="69734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79"/>
            <p:cNvSpPr txBox="1"/>
            <p:nvPr/>
          </p:nvSpPr>
          <p:spPr>
            <a:xfrm rot="-5400000">
              <a:off x="-2378000" y="3751256"/>
              <a:ext cx="5677903" cy="697342"/>
            </a:xfrm>
            <a:prstGeom prst="rect">
              <a:avLst/>
            </a:prstGeom>
            <a:noFill/>
            <a:ln>
              <a:noFill/>
            </a:ln>
          </p:spPr>
          <p:txBody>
            <a:bodyPr anchorCtr="0" anchor="t" bIns="0" lIns="0" spcFirstLastPara="1" rIns="615000" wrap="square" tIns="0">
              <a:noAutofit/>
            </a:bodyPr>
            <a:lstStyle/>
            <a:p>
              <a:pPr indent="0" lvl="0" marL="0" marR="0" rtl="0" algn="r">
                <a:lnSpc>
                  <a:spcPct val="90000"/>
                </a:lnSpc>
                <a:spcBef>
                  <a:spcPts val="0"/>
                </a:spcBef>
                <a:spcAft>
                  <a:spcPts val="0"/>
                </a:spcAft>
                <a:buClr>
                  <a:srgbClr val="000000"/>
                </a:buClr>
                <a:buSzPts val="5300"/>
                <a:buFont typeface="Arial"/>
                <a:buNone/>
              </a:pPr>
              <a:r>
                <a:rPr b="0" i="0" lang="es-MX" sz="5300" u="none" cap="none" strike="noStrike">
                  <a:solidFill>
                    <a:srgbClr val="000000"/>
                  </a:solidFill>
                  <a:latin typeface="Arial"/>
                  <a:ea typeface="Arial"/>
                  <a:cs typeface="Arial"/>
                  <a:sym typeface="Arial"/>
                </a:rPr>
                <a:t>Atomicidad</a:t>
              </a:r>
              <a:endParaRPr b="0" i="0" sz="1400" u="none" cap="none" strike="noStrike">
                <a:solidFill>
                  <a:srgbClr val="000000"/>
                </a:solidFill>
                <a:latin typeface="Arial"/>
                <a:ea typeface="Arial"/>
                <a:cs typeface="Arial"/>
                <a:sym typeface="Arial"/>
              </a:endParaRPr>
            </a:p>
          </p:txBody>
        </p:sp>
        <p:sp>
          <p:nvSpPr>
            <p:cNvPr id="602" name="Google Shape;602;p79"/>
            <p:cNvSpPr/>
            <p:nvPr/>
          </p:nvSpPr>
          <p:spPr>
            <a:xfrm>
              <a:off x="809622" y="1260976"/>
              <a:ext cx="3473506" cy="5677903"/>
            </a:xfrm>
            <a:prstGeom prst="rect">
              <a:avLst/>
            </a:prstGeom>
            <a:solidFill>
              <a:srgbClr val="FF0066"/>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79"/>
            <p:cNvSpPr txBox="1"/>
            <p:nvPr/>
          </p:nvSpPr>
          <p:spPr>
            <a:xfrm>
              <a:off x="809622" y="1260976"/>
              <a:ext cx="3473506" cy="5677903"/>
            </a:xfrm>
            <a:prstGeom prst="rect">
              <a:avLst/>
            </a:prstGeom>
            <a:noFill/>
            <a:ln>
              <a:noFill/>
            </a:ln>
          </p:spPr>
          <p:txBody>
            <a:bodyPr anchorCtr="0" anchor="t" bIns="220450" lIns="220450" spcFirstLastPara="1" rIns="220450" wrap="square" tIns="615000">
              <a:noAutofit/>
            </a:bodyPr>
            <a:lstStyle/>
            <a:p>
              <a:pPr indent="-228600" lvl="1" marL="228600" marR="0" rtl="0" algn="l">
                <a:lnSpc>
                  <a:spcPct val="90000"/>
                </a:lnSpc>
                <a:spcBef>
                  <a:spcPts val="0"/>
                </a:spcBef>
                <a:spcAft>
                  <a:spcPts val="0"/>
                </a:spcAft>
                <a:buClr>
                  <a:srgbClr val="000000"/>
                </a:buClr>
                <a:buSzPts val="2400"/>
                <a:buFont typeface="Arial"/>
                <a:buChar char="•"/>
              </a:pPr>
              <a:r>
                <a:rPr b="0" i="0" lang="es-MX" sz="2400" u="none" cap="none" strike="noStrike">
                  <a:solidFill>
                    <a:schemeClr val="dk1"/>
                  </a:solidFill>
                  <a:latin typeface="Arial"/>
                  <a:ea typeface="Arial"/>
                  <a:cs typeface="Arial"/>
                  <a:sym typeface="Arial"/>
                </a:rPr>
                <a:t>Una transacción debe ejecutarse completamente o no ejecutarse en absoluto.</a:t>
              </a:r>
              <a:endParaRPr b="0" i="0" sz="1400" u="none" cap="none" strike="noStrike">
                <a:solidFill>
                  <a:srgbClr val="000000"/>
                </a:solidFill>
                <a:latin typeface="Arial"/>
                <a:ea typeface="Arial"/>
                <a:cs typeface="Arial"/>
                <a:sym typeface="Arial"/>
              </a:endParaRPr>
            </a:p>
            <a:p>
              <a:pPr indent="-228600" lvl="1" marL="228600" marR="0" rtl="0" algn="l">
                <a:lnSpc>
                  <a:spcPct val="90000"/>
                </a:lnSpc>
                <a:spcBef>
                  <a:spcPts val="360"/>
                </a:spcBef>
                <a:spcAft>
                  <a:spcPts val="0"/>
                </a:spcAft>
                <a:buClr>
                  <a:srgbClr val="000000"/>
                </a:buClr>
                <a:buSzPts val="2400"/>
                <a:buFont typeface="Arial"/>
                <a:buChar char="•"/>
              </a:pPr>
              <a:r>
                <a:rPr b="0" i="0" lang="es-MX" sz="2400" u="none" cap="none" strike="noStrike">
                  <a:solidFill>
                    <a:schemeClr val="dk1"/>
                  </a:solidFill>
                  <a:latin typeface="Arial"/>
                  <a:ea typeface="Arial"/>
                  <a:cs typeface="Arial"/>
                  <a:sym typeface="Arial"/>
                </a:rPr>
                <a:t>Si alguna parte de la transacción falla, todo se revierte (rollback), y la base de datos queda como estaba antes.</a:t>
              </a:r>
              <a:endParaRPr b="0" i="0" sz="1400" u="none" cap="none" strike="noStrike">
                <a:solidFill>
                  <a:srgbClr val="000000"/>
                </a:solidFill>
                <a:latin typeface="Arial"/>
                <a:ea typeface="Arial"/>
                <a:cs typeface="Arial"/>
                <a:sym typeface="Arial"/>
              </a:endParaRPr>
            </a:p>
          </p:txBody>
        </p:sp>
        <p:sp>
          <p:nvSpPr>
            <p:cNvPr id="604" name="Google Shape;604;p79"/>
            <p:cNvSpPr/>
            <p:nvPr/>
          </p:nvSpPr>
          <p:spPr>
            <a:xfrm>
              <a:off x="112279" y="340483"/>
              <a:ext cx="1394685" cy="1394685"/>
            </a:xfrm>
            <a:prstGeom prst="rect">
              <a:avLst/>
            </a:prstGeom>
            <a:blipFill rotWithShape="1">
              <a:blip r:embed="rId3">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79"/>
            <p:cNvSpPr/>
            <p:nvPr/>
          </p:nvSpPr>
          <p:spPr>
            <a:xfrm rot="-5400000">
              <a:off x="2720695" y="3751256"/>
              <a:ext cx="5677903" cy="69734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79"/>
            <p:cNvSpPr txBox="1"/>
            <p:nvPr/>
          </p:nvSpPr>
          <p:spPr>
            <a:xfrm rot="-5400000">
              <a:off x="2720695" y="3751256"/>
              <a:ext cx="5677903" cy="697342"/>
            </a:xfrm>
            <a:prstGeom prst="rect">
              <a:avLst/>
            </a:prstGeom>
            <a:noFill/>
            <a:ln>
              <a:noFill/>
            </a:ln>
          </p:spPr>
          <p:txBody>
            <a:bodyPr anchorCtr="0" anchor="t" bIns="0" lIns="0" spcFirstLastPara="1" rIns="615000" wrap="square" tIns="0">
              <a:noAutofit/>
            </a:bodyPr>
            <a:lstStyle/>
            <a:p>
              <a:pPr indent="0" lvl="0" marL="0" marR="0" rtl="0" algn="r">
                <a:lnSpc>
                  <a:spcPct val="90000"/>
                </a:lnSpc>
                <a:spcBef>
                  <a:spcPts val="0"/>
                </a:spcBef>
                <a:spcAft>
                  <a:spcPts val="0"/>
                </a:spcAft>
                <a:buClr>
                  <a:srgbClr val="000000"/>
                </a:buClr>
                <a:buSzPts val="5300"/>
                <a:buFont typeface="Arial"/>
                <a:buNone/>
              </a:pPr>
              <a:r>
                <a:rPr b="0" i="0" lang="es-MX" sz="5300" u="none" cap="none" strike="noStrike">
                  <a:solidFill>
                    <a:srgbClr val="000000"/>
                  </a:solidFill>
                  <a:latin typeface="Arial"/>
                  <a:ea typeface="Arial"/>
                  <a:cs typeface="Arial"/>
                  <a:sym typeface="Arial"/>
                </a:rPr>
                <a:t>Consistencia</a:t>
              </a:r>
              <a:endParaRPr b="0" i="0" sz="1400" u="none" cap="none" strike="noStrike">
                <a:solidFill>
                  <a:srgbClr val="000000"/>
                </a:solidFill>
                <a:latin typeface="Arial"/>
                <a:ea typeface="Arial"/>
                <a:cs typeface="Arial"/>
                <a:sym typeface="Arial"/>
              </a:endParaRPr>
            </a:p>
          </p:txBody>
        </p:sp>
        <p:sp>
          <p:nvSpPr>
            <p:cNvPr id="607" name="Google Shape;607;p79"/>
            <p:cNvSpPr/>
            <p:nvPr/>
          </p:nvSpPr>
          <p:spPr>
            <a:xfrm>
              <a:off x="5908318" y="1260976"/>
              <a:ext cx="3473506" cy="5677903"/>
            </a:xfrm>
            <a:prstGeom prst="rect">
              <a:avLst/>
            </a:prstGeom>
            <a:solidFill>
              <a:srgbClr val="05B3CB"/>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79"/>
            <p:cNvSpPr txBox="1"/>
            <p:nvPr/>
          </p:nvSpPr>
          <p:spPr>
            <a:xfrm>
              <a:off x="5908318" y="1260976"/>
              <a:ext cx="3473506" cy="5677903"/>
            </a:xfrm>
            <a:prstGeom prst="rect">
              <a:avLst/>
            </a:prstGeom>
            <a:noFill/>
            <a:ln>
              <a:noFill/>
            </a:ln>
          </p:spPr>
          <p:txBody>
            <a:bodyPr anchorCtr="0" anchor="t" bIns="220450" lIns="220450" spcFirstLastPara="1" rIns="220450" wrap="square" tIns="615000">
              <a:noAutofit/>
            </a:bodyPr>
            <a:lstStyle/>
            <a:p>
              <a:pPr indent="-228600" lvl="1" marL="228600" marR="0" rtl="0" algn="l">
                <a:lnSpc>
                  <a:spcPct val="90000"/>
                </a:lnSpc>
                <a:spcBef>
                  <a:spcPts val="0"/>
                </a:spcBef>
                <a:spcAft>
                  <a:spcPts val="0"/>
                </a:spcAft>
                <a:buClr>
                  <a:srgbClr val="000000"/>
                </a:buClr>
                <a:buSzPts val="2400"/>
                <a:buFont typeface="Arial"/>
                <a:buChar char="•"/>
              </a:pPr>
              <a:r>
                <a:rPr b="0" i="0" lang="es-MX" sz="2400" u="none" cap="none" strike="noStrike">
                  <a:solidFill>
                    <a:srgbClr val="000000"/>
                  </a:solidFill>
                  <a:latin typeface="Arial"/>
                  <a:ea typeface="Arial"/>
                  <a:cs typeface="Arial"/>
                  <a:sym typeface="Arial"/>
                </a:rPr>
                <a:t>Una transacción debe llevar la base de datos de un estado válido a otro también válido, respetando todas las reglas de integridad definidas (como claves primarias, foráneas, restricciones, etc.).</a:t>
              </a:r>
              <a:endParaRPr b="0" i="0" sz="1400" u="none" cap="none" strike="noStrike">
                <a:solidFill>
                  <a:srgbClr val="000000"/>
                </a:solidFill>
                <a:latin typeface="Arial"/>
                <a:ea typeface="Arial"/>
                <a:cs typeface="Arial"/>
                <a:sym typeface="Arial"/>
              </a:endParaRPr>
            </a:p>
            <a:p>
              <a:pPr indent="-228600" lvl="1" marL="228600" marR="0" rtl="0" algn="l">
                <a:lnSpc>
                  <a:spcPct val="90000"/>
                </a:lnSpc>
                <a:spcBef>
                  <a:spcPts val="360"/>
                </a:spcBef>
                <a:spcAft>
                  <a:spcPts val="0"/>
                </a:spcAft>
                <a:buClr>
                  <a:srgbClr val="000000"/>
                </a:buClr>
                <a:buSzPts val="2400"/>
                <a:buFont typeface="Arial"/>
                <a:buChar char="•"/>
              </a:pPr>
              <a:r>
                <a:rPr b="0" i="0" lang="es-MX" sz="2400" u="none" cap="none" strike="noStrike">
                  <a:solidFill>
                    <a:srgbClr val="000000"/>
                  </a:solidFill>
                  <a:latin typeface="Arial"/>
                  <a:ea typeface="Arial"/>
                  <a:cs typeface="Arial"/>
                  <a:sym typeface="Arial"/>
                </a:rPr>
                <a:t>Nunca deja la base en un estado corrupto o incompleto.</a:t>
              </a:r>
              <a:endParaRPr b="0" i="0" sz="1400" u="none" cap="none" strike="noStrike">
                <a:solidFill>
                  <a:srgbClr val="000000"/>
                </a:solidFill>
                <a:latin typeface="Arial"/>
                <a:ea typeface="Arial"/>
                <a:cs typeface="Arial"/>
                <a:sym typeface="Arial"/>
              </a:endParaRPr>
            </a:p>
          </p:txBody>
        </p:sp>
        <p:sp>
          <p:nvSpPr>
            <p:cNvPr id="609" name="Google Shape;609;p79"/>
            <p:cNvSpPr/>
            <p:nvPr/>
          </p:nvSpPr>
          <p:spPr>
            <a:xfrm>
              <a:off x="5210975" y="340483"/>
              <a:ext cx="1394685" cy="1394685"/>
            </a:xfrm>
            <a:prstGeom prst="rect">
              <a:avLst/>
            </a:prstGeom>
            <a:blipFill rotWithShape="1">
              <a:blip r:embed="rId4">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79"/>
            <p:cNvSpPr/>
            <p:nvPr/>
          </p:nvSpPr>
          <p:spPr>
            <a:xfrm rot="-5400000">
              <a:off x="7819391" y="3751256"/>
              <a:ext cx="5677903" cy="69734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79"/>
            <p:cNvSpPr txBox="1"/>
            <p:nvPr/>
          </p:nvSpPr>
          <p:spPr>
            <a:xfrm rot="-5400000">
              <a:off x="7819391" y="3751256"/>
              <a:ext cx="5677903" cy="697342"/>
            </a:xfrm>
            <a:prstGeom prst="rect">
              <a:avLst/>
            </a:prstGeom>
            <a:noFill/>
            <a:ln>
              <a:noFill/>
            </a:ln>
          </p:spPr>
          <p:txBody>
            <a:bodyPr anchorCtr="0" anchor="t" bIns="0" lIns="0" spcFirstLastPara="1" rIns="615000" wrap="square" tIns="0">
              <a:noAutofit/>
            </a:bodyPr>
            <a:lstStyle/>
            <a:p>
              <a:pPr indent="0" lvl="0" marL="0" marR="0" rtl="0" algn="r">
                <a:lnSpc>
                  <a:spcPct val="90000"/>
                </a:lnSpc>
                <a:spcBef>
                  <a:spcPts val="0"/>
                </a:spcBef>
                <a:spcAft>
                  <a:spcPts val="0"/>
                </a:spcAft>
                <a:buClr>
                  <a:srgbClr val="000000"/>
                </a:buClr>
                <a:buSzPts val="5300"/>
                <a:buFont typeface="Arial"/>
                <a:buNone/>
              </a:pPr>
              <a:r>
                <a:rPr b="0" i="0" lang="es-MX" sz="5300" u="none" cap="none" strike="noStrike">
                  <a:solidFill>
                    <a:srgbClr val="000000"/>
                  </a:solidFill>
                  <a:latin typeface="Arial"/>
                  <a:ea typeface="Arial"/>
                  <a:cs typeface="Arial"/>
                  <a:sym typeface="Arial"/>
                </a:rPr>
                <a:t>Aislamiento</a:t>
              </a:r>
              <a:endParaRPr b="0" i="0" sz="1400" u="none" cap="none" strike="noStrike">
                <a:solidFill>
                  <a:srgbClr val="000000"/>
                </a:solidFill>
                <a:latin typeface="Arial"/>
                <a:ea typeface="Arial"/>
                <a:cs typeface="Arial"/>
                <a:sym typeface="Arial"/>
              </a:endParaRPr>
            </a:p>
          </p:txBody>
        </p:sp>
        <p:sp>
          <p:nvSpPr>
            <p:cNvPr id="612" name="Google Shape;612;p79"/>
            <p:cNvSpPr/>
            <p:nvPr/>
          </p:nvSpPr>
          <p:spPr>
            <a:xfrm>
              <a:off x="11007014" y="1260976"/>
              <a:ext cx="3473506" cy="5677903"/>
            </a:xfrm>
            <a:prstGeom prst="rect">
              <a:avLst/>
            </a:prstGeom>
            <a:solidFill>
              <a:srgbClr val="FFC00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79"/>
            <p:cNvSpPr txBox="1"/>
            <p:nvPr/>
          </p:nvSpPr>
          <p:spPr>
            <a:xfrm>
              <a:off x="11007014" y="1260976"/>
              <a:ext cx="3473506" cy="5677903"/>
            </a:xfrm>
            <a:prstGeom prst="rect">
              <a:avLst/>
            </a:prstGeom>
            <a:noFill/>
            <a:ln>
              <a:noFill/>
            </a:ln>
          </p:spPr>
          <p:txBody>
            <a:bodyPr anchorCtr="0" anchor="t" bIns="220450" lIns="220450" spcFirstLastPara="1" rIns="220450" wrap="square" tIns="615000">
              <a:noAutofit/>
            </a:bodyPr>
            <a:lstStyle/>
            <a:p>
              <a:pPr indent="-228600" lvl="1" marL="228600" marR="0" rtl="0" algn="l">
                <a:lnSpc>
                  <a:spcPct val="90000"/>
                </a:lnSpc>
                <a:spcBef>
                  <a:spcPts val="0"/>
                </a:spcBef>
                <a:spcAft>
                  <a:spcPts val="0"/>
                </a:spcAft>
                <a:buClr>
                  <a:srgbClr val="000000"/>
                </a:buClr>
                <a:buSzPts val="2400"/>
                <a:buFont typeface="Arial"/>
                <a:buChar char="•"/>
              </a:pPr>
              <a:r>
                <a:rPr b="0" i="0" lang="es-MX" sz="2400" u="none" cap="none" strike="noStrike">
                  <a:solidFill>
                    <a:srgbClr val="000000"/>
                  </a:solidFill>
                  <a:latin typeface="Arial"/>
                  <a:ea typeface="Arial"/>
                  <a:cs typeface="Arial"/>
                  <a:sym typeface="Arial"/>
                </a:rPr>
                <a:t>Las transacciones deben ejecutarse de forma independiente unas de otras.</a:t>
              </a:r>
              <a:endParaRPr b="0" i="0" sz="1400" u="none" cap="none" strike="noStrike">
                <a:solidFill>
                  <a:srgbClr val="000000"/>
                </a:solidFill>
                <a:latin typeface="Arial"/>
                <a:ea typeface="Arial"/>
                <a:cs typeface="Arial"/>
                <a:sym typeface="Arial"/>
              </a:endParaRPr>
            </a:p>
            <a:p>
              <a:pPr indent="-228600" lvl="1" marL="228600" marR="0" rtl="0" algn="l">
                <a:lnSpc>
                  <a:spcPct val="90000"/>
                </a:lnSpc>
                <a:spcBef>
                  <a:spcPts val="360"/>
                </a:spcBef>
                <a:spcAft>
                  <a:spcPts val="0"/>
                </a:spcAft>
                <a:buClr>
                  <a:srgbClr val="000000"/>
                </a:buClr>
                <a:buSzPts val="2400"/>
                <a:buFont typeface="Arial"/>
                <a:buChar char="•"/>
              </a:pPr>
              <a:r>
                <a:rPr b="0" i="0" lang="es-MX" sz="2400" u="none" cap="none" strike="noStrike">
                  <a:solidFill>
                    <a:srgbClr val="000000"/>
                  </a:solidFill>
                  <a:latin typeface="Arial"/>
                  <a:ea typeface="Arial"/>
                  <a:cs typeface="Arial"/>
                  <a:sym typeface="Arial"/>
                </a:rPr>
                <a:t>El resultado debe ser como si se ejecutaran una tras otra (secuencialmente), aunque en la práctica puedan correr en paralelo.</a:t>
              </a:r>
              <a:endParaRPr b="0" i="0" sz="1400" u="none" cap="none" strike="noStrike">
                <a:solidFill>
                  <a:srgbClr val="000000"/>
                </a:solidFill>
                <a:latin typeface="Arial"/>
                <a:ea typeface="Arial"/>
                <a:cs typeface="Arial"/>
                <a:sym typeface="Arial"/>
              </a:endParaRPr>
            </a:p>
          </p:txBody>
        </p:sp>
        <p:sp>
          <p:nvSpPr>
            <p:cNvPr id="614" name="Google Shape;614;p79"/>
            <p:cNvSpPr/>
            <p:nvPr/>
          </p:nvSpPr>
          <p:spPr>
            <a:xfrm>
              <a:off x="10309671" y="340483"/>
              <a:ext cx="1394685" cy="1394685"/>
            </a:xfrm>
            <a:prstGeom prst="rect">
              <a:avLst/>
            </a:prstGeom>
            <a:blipFill rotWithShape="1">
              <a:blip r:embed="rId5">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79"/>
            <p:cNvSpPr/>
            <p:nvPr/>
          </p:nvSpPr>
          <p:spPr>
            <a:xfrm rot="-5400000">
              <a:off x="12918087" y="3751256"/>
              <a:ext cx="5677903" cy="69734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79"/>
            <p:cNvSpPr txBox="1"/>
            <p:nvPr/>
          </p:nvSpPr>
          <p:spPr>
            <a:xfrm rot="-5400000">
              <a:off x="12918087" y="3751256"/>
              <a:ext cx="5677903" cy="697342"/>
            </a:xfrm>
            <a:prstGeom prst="rect">
              <a:avLst/>
            </a:prstGeom>
            <a:noFill/>
            <a:ln>
              <a:noFill/>
            </a:ln>
          </p:spPr>
          <p:txBody>
            <a:bodyPr anchorCtr="0" anchor="t" bIns="0" lIns="0" spcFirstLastPara="1" rIns="615000" wrap="square" tIns="0">
              <a:noAutofit/>
            </a:bodyPr>
            <a:lstStyle/>
            <a:p>
              <a:pPr indent="0" lvl="0" marL="0" marR="0" rtl="0" algn="r">
                <a:lnSpc>
                  <a:spcPct val="90000"/>
                </a:lnSpc>
                <a:spcBef>
                  <a:spcPts val="0"/>
                </a:spcBef>
                <a:spcAft>
                  <a:spcPts val="0"/>
                </a:spcAft>
                <a:buClr>
                  <a:srgbClr val="000000"/>
                </a:buClr>
                <a:buSzPts val="5300"/>
                <a:buFont typeface="Arial"/>
                <a:buNone/>
              </a:pPr>
              <a:r>
                <a:rPr b="0" i="0" lang="es-MX" sz="5300" u="none" cap="none" strike="noStrike">
                  <a:solidFill>
                    <a:srgbClr val="000000"/>
                  </a:solidFill>
                  <a:latin typeface="Arial"/>
                  <a:ea typeface="Arial"/>
                  <a:cs typeface="Arial"/>
                  <a:sym typeface="Arial"/>
                </a:rPr>
                <a:t>Durabilidad</a:t>
              </a:r>
              <a:endParaRPr b="0" i="0" sz="1400" u="none" cap="none" strike="noStrike">
                <a:solidFill>
                  <a:srgbClr val="000000"/>
                </a:solidFill>
                <a:latin typeface="Arial"/>
                <a:ea typeface="Arial"/>
                <a:cs typeface="Arial"/>
                <a:sym typeface="Arial"/>
              </a:endParaRPr>
            </a:p>
          </p:txBody>
        </p:sp>
        <p:sp>
          <p:nvSpPr>
            <p:cNvPr id="617" name="Google Shape;617;p79"/>
            <p:cNvSpPr/>
            <p:nvPr/>
          </p:nvSpPr>
          <p:spPr>
            <a:xfrm>
              <a:off x="16105710" y="1260976"/>
              <a:ext cx="3473506" cy="5677903"/>
            </a:xfrm>
            <a:prstGeom prst="rect">
              <a:avLst/>
            </a:prstGeom>
            <a:solidFill>
              <a:srgbClr val="92D05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79"/>
            <p:cNvSpPr txBox="1"/>
            <p:nvPr/>
          </p:nvSpPr>
          <p:spPr>
            <a:xfrm>
              <a:off x="16105710" y="1260976"/>
              <a:ext cx="3473506" cy="5677903"/>
            </a:xfrm>
            <a:prstGeom prst="rect">
              <a:avLst/>
            </a:prstGeom>
            <a:noFill/>
            <a:ln>
              <a:noFill/>
            </a:ln>
          </p:spPr>
          <p:txBody>
            <a:bodyPr anchorCtr="0" anchor="t" bIns="220450" lIns="220450" spcFirstLastPara="1" rIns="220450" wrap="square" tIns="615000">
              <a:noAutofit/>
            </a:bodyPr>
            <a:lstStyle/>
            <a:p>
              <a:pPr indent="-228600" lvl="1" marL="228600" marR="0" rtl="0" algn="l">
                <a:lnSpc>
                  <a:spcPct val="90000"/>
                </a:lnSpc>
                <a:spcBef>
                  <a:spcPts val="0"/>
                </a:spcBef>
                <a:spcAft>
                  <a:spcPts val="0"/>
                </a:spcAft>
                <a:buClr>
                  <a:srgbClr val="000000"/>
                </a:buClr>
                <a:buSzPts val="2400"/>
                <a:buFont typeface="Arial"/>
                <a:buChar char="•"/>
              </a:pPr>
              <a:r>
                <a:rPr b="0" i="0" lang="es-MX" sz="2400" u="none" cap="none" strike="noStrike">
                  <a:solidFill>
                    <a:srgbClr val="000000"/>
                  </a:solidFill>
                  <a:latin typeface="Arial"/>
                  <a:ea typeface="Arial"/>
                  <a:cs typeface="Arial"/>
                  <a:sym typeface="Arial"/>
                </a:rPr>
                <a:t>Una vez que una transacción ha sido confirmada (commit), sus efectos permanecen en la base de datos, incluso si hay un fallo del sistema (apagón, error, etc.).</a:t>
              </a:r>
              <a:endParaRPr b="0" i="0" sz="2400" u="none" cap="none" strike="noStrike">
                <a:solidFill>
                  <a:srgbClr val="000000"/>
                </a:solidFill>
                <a:latin typeface="Arial"/>
                <a:ea typeface="Arial"/>
                <a:cs typeface="Arial"/>
                <a:sym typeface="Arial"/>
              </a:endParaRPr>
            </a:p>
          </p:txBody>
        </p:sp>
        <p:sp>
          <p:nvSpPr>
            <p:cNvPr id="619" name="Google Shape;619;p79"/>
            <p:cNvSpPr/>
            <p:nvPr/>
          </p:nvSpPr>
          <p:spPr>
            <a:xfrm>
              <a:off x="15408367" y="340483"/>
              <a:ext cx="1394685" cy="1394685"/>
            </a:xfrm>
            <a:prstGeom prst="rect">
              <a:avLst/>
            </a:prstGeom>
            <a:blipFill rotWithShape="1">
              <a:blip r:embed="rId6">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descr="mediana" id="625" name="Google Shape;625;p11"/>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626" name="Google Shape;626;p11"/>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27" name="Google Shape;627;p11"/>
          <p:cNvSpPr txBox="1"/>
          <p:nvPr/>
        </p:nvSpPr>
        <p:spPr>
          <a:xfrm>
            <a:off x="1483294" y="3312840"/>
            <a:ext cx="20313450" cy="8191587"/>
          </a:xfrm>
          <a:prstGeom prst="rect">
            <a:avLst/>
          </a:prstGeom>
          <a:noFill/>
          <a:ln>
            <a:noFill/>
          </a:ln>
        </p:spPr>
        <p:txBody>
          <a:bodyPr anchorCtr="0" anchor="t" bIns="91425" lIns="182875" spcFirstLastPara="1" rIns="182875" wrap="square" tIns="91425">
            <a:noAutofit/>
          </a:bodyPr>
          <a:lstStyle/>
          <a:p>
            <a:pPr indent="0" lvl="0" marL="0" marR="0" rtl="0" algn="just">
              <a:lnSpc>
                <a:spcPct val="100000"/>
              </a:lnSpc>
              <a:spcBef>
                <a:spcPts val="800"/>
              </a:spcBef>
              <a:spcAft>
                <a:spcPts val="0"/>
              </a:spcAft>
              <a:buClr>
                <a:schemeClr val="dk1"/>
              </a:buClr>
              <a:buSzPts val="4000"/>
              <a:buFont typeface="Arial"/>
              <a:buNone/>
            </a:pPr>
            <a:r>
              <a:rPr b="0" i="0" lang="es-MX" sz="4000" u="none" cap="none" strike="noStrike">
                <a:solidFill>
                  <a:schemeClr val="dk1"/>
                </a:solidFill>
                <a:latin typeface="Lato"/>
                <a:ea typeface="Lato"/>
                <a:cs typeface="Lato"/>
                <a:sym typeface="Lato"/>
              </a:rPr>
              <a:t>NoSQL suelen “relajar” este requisito, favoreciendo la disponibilidad y rendimiento. Muchas implementan </a:t>
            </a:r>
            <a:r>
              <a:rPr b="1" i="0" lang="es-MX" sz="4000" u="none" cap="none" strike="noStrike">
                <a:solidFill>
                  <a:schemeClr val="dk1"/>
                </a:solidFill>
                <a:latin typeface="Lato"/>
                <a:ea typeface="Lato"/>
                <a:cs typeface="Lato"/>
                <a:sym typeface="Lato"/>
              </a:rPr>
              <a:t>consistencia eventual</a:t>
            </a:r>
            <a:r>
              <a:rPr b="0" i="0" lang="es-MX" sz="4000" u="none" cap="none" strike="noStrike">
                <a:solidFill>
                  <a:schemeClr val="dk1"/>
                </a:solidFill>
                <a:latin typeface="Lato"/>
                <a:ea typeface="Lato"/>
                <a:cs typeface="Lato"/>
                <a:sym typeface="Lato"/>
              </a:rPr>
              <a:t> en lugar de consistencia inmediata estricta, especialmente en entornos distribuidos.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800"/>
              </a:spcBef>
              <a:spcAft>
                <a:spcPts val="0"/>
              </a:spcAft>
              <a:buClr>
                <a:schemeClr val="dk1"/>
              </a:buClr>
              <a:buSzPts val="4000"/>
              <a:buFont typeface="Arial"/>
              <a:buNone/>
            </a:pPr>
            <a:r>
              <a:t/>
            </a:r>
            <a:endParaRPr b="0" i="0" sz="1400" u="none" cap="none" strike="noStrike">
              <a:solidFill>
                <a:srgbClr val="000000"/>
              </a:solidFill>
              <a:latin typeface="Lato"/>
              <a:ea typeface="Lato"/>
              <a:cs typeface="Lato"/>
              <a:sym typeface="Lato"/>
            </a:endParaRPr>
          </a:p>
          <a:p>
            <a:pPr indent="0" lvl="0" marL="0" marR="0" rtl="0" algn="just">
              <a:lnSpc>
                <a:spcPct val="100000"/>
              </a:lnSpc>
              <a:spcBef>
                <a:spcPts val="800"/>
              </a:spcBef>
              <a:spcAft>
                <a:spcPts val="0"/>
              </a:spcAft>
              <a:buClr>
                <a:schemeClr val="dk1"/>
              </a:buClr>
              <a:buSzPts val="4000"/>
              <a:buFont typeface="Arial"/>
              <a:buNone/>
            </a:pPr>
            <a:r>
              <a:rPr b="0" i="0" lang="es-MX" sz="4000" u="none" cap="none" strike="noStrike">
                <a:solidFill>
                  <a:schemeClr val="dk1"/>
                </a:solidFill>
                <a:latin typeface="Lato"/>
                <a:ea typeface="Lato"/>
                <a:cs typeface="Lato"/>
                <a:sym typeface="Lato"/>
              </a:rPr>
              <a:t>Esto quiere decir que los datos pueden no estar totalmente sincronizados en todos los nodos al instante, aunque sí lo estarán tras un “breve” lapso. </a:t>
            </a:r>
            <a:endParaRPr b="0" i="0" sz="1400" u="none" cap="none" strike="noStrike">
              <a:solidFill>
                <a:srgbClr val="000000"/>
              </a:solidFill>
              <a:latin typeface="Lato"/>
              <a:ea typeface="Lato"/>
              <a:cs typeface="Lato"/>
              <a:sym typeface="Lato"/>
            </a:endParaRPr>
          </a:p>
          <a:p>
            <a:pPr indent="0" lvl="0" marL="0" marR="0" rtl="0" algn="just">
              <a:lnSpc>
                <a:spcPct val="100000"/>
              </a:lnSpc>
              <a:spcBef>
                <a:spcPts val="800"/>
              </a:spcBef>
              <a:spcAft>
                <a:spcPts val="0"/>
              </a:spcAft>
              <a:buClr>
                <a:schemeClr val="dk1"/>
              </a:buClr>
              <a:buSzPts val="4000"/>
              <a:buFont typeface="Arial"/>
              <a:buNone/>
            </a:pPr>
            <a:r>
              <a:t/>
            </a:r>
            <a:endParaRPr b="0" i="0" sz="4000" u="none" cap="none" strike="noStrike">
              <a:solidFill>
                <a:schemeClr val="dk1"/>
              </a:solidFill>
              <a:latin typeface="Lato"/>
              <a:ea typeface="Lato"/>
              <a:cs typeface="Lato"/>
              <a:sym typeface="Lato"/>
            </a:endParaRPr>
          </a:p>
          <a:p>
            <a:pPr indent="0" lvl="0" marL="0" marR="0" rtl="0" algn="just">
              <a:lnSpc>
                <a:spcPct val="100000"/>
              </a:lnSpc>
              <a:spcBef>
                <a:spcPts val="800"/>
              </a:spcBef>
              <a:spcAft>
                <a:spcPts val="0"/>
              </a:spcAft>
              <a:buClr>
                <a:schemeClr val="dk1"/>
              </a:buClr>
              <a:buSzPts val="4000"/>
              <a:buFont typeface="Arial"/>
              <a:buNone/>
            </a:pPr>
            <a:r>
              <a:rPr b="0" i="0" lang="es-MX" sz="4000" u="none" cap="none" strike="noStrike">
                <a:solidFill>
                  <a:schemeClr val="dk1"/>
                </a:solidFill>
                <a:latin typeface="Lato"/>
                <a:ea typeface="Lato"/>
                <a:cs typeface="Lato"/>
                <a:sym typeface="Lato"/>
              </a:rPr>
              <a:t>NoSQL priorizan la </a:t>
            </a:r>
            <a:r>
              <a:rPr b="1" i="0" lang="es-MX" sz="4000" u="none" cap="none" strike="noStrike">
                <a:solidFill>
                  <a:schemeClr val="dk1"/>
                </a:solidFill>
                <a:highlight>
                  <a:srgbClr val="FFFF00"/>
                </a:highlight>
                <a:latin typeface="Lato"/>
                <a:ea typeface="Lato"/>
                <a:cs typeface="Lato"/>
                <a:sym typeface="Lato"/>
              </a:rPr>
              <a:t>velocidad de escritura/lectura y la alta disponibilidad</a:t>
            </a:r>
            <a:r>
              <a:rPr b="0" i="0" lang="es-MX" sz="4000" u="none" cap="none" strike="noStrike">
                <a:solidFill>
                  <a:schemeClr val="dk1"/>
                </a:solidFill>
                <a:highlight>
                  <a:srgbClr val="FFFF00"/>
                </a:highlight>
                <a:latin typeface="Lato"/>
                <a:ea typeface="Lato"/>
                <a:cs typeface="Lato"/>
                <a:sym typeface="Lato"/>
              </a:rPr>
              <a:t> </a:t>
            </a:r>
            <a:r>
              <a:rPr b="0" i="0" lang="es-MX" sz="4000" u="none" cap="none" strike="noStrike">
                <a:solidFill>
                  <a:schemeClr val="dk1"/>
                </a:solidFill>
                <a:latin typeface="Lato"/>
                <a:ea typeface="Lato"/>
                <a:cs typeface="Lato"/>
                <a:sym typeface="Lato"/>
              </a:rPr>
              <a:t>sobre la consistencia inmediata. </a:t>
            </a:r>
            <a:endParaRPr b="0" i="0" sz="4000" u="none" cap="none" strike="noStrike">
              <a:solidFill>
                <a:schemeClr val="dk1"/>
              </a:solidFill>
              <a:latin typeface="Lato"/>
              <a:ea typeface="Lato"/>
              <a:cs typeface="Lato"/>
              <a:sym typeface="Lato"/>
            </a:endParaRPr>
          </a:p>
        </p:txBody>
      </p:sp>
      <p:sp>
        <p:nvSpPr>
          <p:cNvPr id="628" name="Google Shape;628;p11"/>
          <p:cNvSpPr txBox="1"/>
          <p:nvPr/>
        </p:nvSpPr>
        <p:spPr>
          <a:xfrm>
            <a:off x="1530349" y="493056"/>
            <a:ext cx="20734227" cy="22860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8000"/>
              <a:buFont typeface="Calibri"/>
              <a:buNone/>
            </a:pPr>
            <a:r>
              <a:rPr b="0" i="0" lang="es-MX" sz="8800" u="none" cap="none" strike="noStrike">
                <a:solidFill>
                  <a:schemeClr val="dk1"/>
                </a:solidFill>
                <a:latin typeface="Roboto"/>
                <a:ea typeface="Roboto"/>
                <a:cs typeface="Roboto"/>
                <a:sym typeface="Roboto"/>
              </a:rPr>
              <a:t>LAS NoSQL OPTAN POR VELOCIDAD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80"/>
          <p:cNvSpPr txBox="1"/>
          <p:nvPr>
            <p:ph idx="4294967295" type="title"/>
          </p:nvPr>
        </p:nvSpPr>
        <p:spPr>
          <a:xfrm>
            <a:off x="2151114" y="493056"/>
            <a:ext cx="19692886" cy="2286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8000"/>
              <a:buFont typeface="Calibri"/>
              <a:buNone/>
            </a:pPr>
            <a:r>
              <a:rPr lang="es-MX" sz="8000">
                <a:latin typeface="Roboto"/>
                <a:ea typeface="Roboto"/>
                <a:cs typeface="Roboto"/>
                <a:sym typeface="Roboto"/>
              </a:rPr>
              <a:t>CONSISTENCIA EVENTUAL</a:t>
            </a:r>
            <a:endParaRPr sz="8000">
              <a:latin typeface="Roboto"/>
              <a:ea typeface="Roboto"/>
              <a:cs typeface="Roboto"/>
              <a:sym typeface="Roboto"/>
            </a:endParaRPr>
          </a:p>
        </p:txBody>
      </p:sp>
      <p:sp>
        <p:nvSpPr>
          <p:cNvPr descr="mediana" id="635" name="Google Shape;635;p80"/>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636" name="Google Shape;636;p80"/>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pic>
        <p:nvPicPr>
          <p:cNvPr id="637" name="Google Shape;637;p80"/>
          <p:cNvPicPr preferRelativeResize="0"/>
          <p:nvPr/>
        </p:nvPicPr>
        <p:blipFill rotWithShape="1">
          <a:blip r:embed="rId3">
            <a:alphaModFix/>
          </a:blip>
          <a:srcRect b="0" l="0" r="0" t="0"/>
          <a:stretch/>
        </p:blipFill>
        <p:spPr>
          <a:xfrm>
            <a:off x="2376725" y="4010472"/>
            <a:ext cx="8831974" cy="6813472"/>
          </a:xfrm>
          <a:prstGeom prst="rect">
            <a:avLst/>
          </a:prstGeom>
          <a:noFill/>
          <a:ln>
            <a:noFill/>
          </a:ln>
        </p:spPr>
      </p:pic>
      <p:sp>
        <p:nvSpPr>
          <p:cNvPr id="638" name="Google Shape;638;p80"/>
          <p:cNvSpPr txBox="1"/>
          <p:nvPr/>
        </p:nvSpPr>
        <p:spPr>
          <a:xfrm>
            <a:off x="11997557" y="3677723"/>
            <a:ext cx="10590028" cy="747897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es-MX" sz="4000" u="none" cap="none" strike="noStrike">
                <a:solidFill>
                  <a:srgbClr val="000000"/>
                </a:solidFill>
                <a:latin typeface="Lato"/>
                <a:ea typeface="Lato"/>
                <a:cs typeface="Lato"/>
                <a:sym typeface="Lato"/>
              </a:rPr>
              <a:t>Cuando una persona da “Like” a un video de YouTube, la información se actualiza en un nodo de almacenamiento cercano.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4000"/>
              <a:buFont typeface="Arial"/>
              <a:buNone/>
            </a:pPr>
            <a:r>
              <a:rPr b="0" i="0" lang="es-MX" sz="4000" u="none" cap="none" strike="noStrike">
                <a:solidFill>
                  <a:srgbClr val="000000"/>
                </a:solidFill>
                <a:latin typeface="Lato"/>
                <a:ea typeface="Lato"/>
                <a:cs typeface="Lato"/>
                <a:sym typeface="Lato"/>
              </a:rPr>
              <a:t>Pero </a:t>
            </a:r>
            <a:r>
              <a:rPr b="1" i="0" lang="es-MX" sz="4000" u="none" cap="none" strike="noStrike">
                <a:solidFill>
                  <a:srgbClr val="000000"/>
                </a:solidFill>
                <a:latin typeface="Lato"/>
                <a:ea typeface="Lato"/>
                <a:cs typeface="Lato"/>
                <a:sym typeface="Lato"/>
              </a:rPr>
              <a:t>no todos los usuarios ven el mismo número de likes</a:t>
            </a:r>
            <a:r>
              <a:rPr b="0" i="0" lang="es-MX" sz="4000" u="none" cap="none" strike="noStrike">
                <a:solidFill>
                  <a:srgbClr val="000000"/>
                </a:solidFill>
                <a:latin typeface="Lato"/>
                <a:ea typeface="Lato"/>
                <a:cs typeface="Lato"/>
                <a:sym typeface="Lato"/>
              </a:rPr>
              <a:t> por un momento.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4000"/>
              <a:buFont typeface="Arial"/>
              <a:buNone/>
            </a:pPr>
            <a:r>
              <a:rPr b="0" i="0" lang="es-MX" sz="4000" u="none" cap="none" strike="noStrike">
                <a:solidFill>
                  <a:srgbClr val="000000"/>
                </a:solidFill>
                <a:latin typeface="Lato"/>
                <a:ea typeface="Lato"/>
                <a:cs typeface="Lato"/>
                <a:sym typeface="Lato"/>
              </a:rPr>
              <a:t>Esto puede dirigir a que la </a:t>
            </a:r>
            <a:r>
              <a:rPr b="1" i="0" lang="es-MX" sz="4000" u="none" cap="none" strike="noStrike">
                <a:solidFill>
                  <a:srgbClr val="000000"/>
                </a:solidFill>
                <a:latin typeface="Lato"/>
                <a:ea typeface="Lato"/>
                <a:cs typeface="Lato"/>
                <a:sym typeface="Lato"/>
              </a:rPr>
              <a:t>cuenta de likes varíe erráticamente</a:t>
            </a:r>
            <a:r>
              <a:rPr b="0" i="0" lang="es-MX" sz="4000" u="none" cap="none" strike="noStrike">
                <a:solidFill>
                  <a:srgbClr val="000000"/>
                </a:solidFill>
                <a:latin typeface="Lato"/>
                <a:ea typeface="Lato"/>
                <a:cs typeface="Lato"/>
                <a:sym typeface="Lato"/>
              </a:rPr>
              <a:t> en ocasiones.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4000"/>
              <a:buFont typeface="Arial"/>
              <a:buNone/>
            </a:pPr>
            <a:r>
              <a:rPr b="0" i="0" lang="es-MX" sz="4000" u="none" cap="none" strike="noStrike">
                <a:solidFill>
                  <a:srgbClr val="000000"/>
                </a:solidFill>
                <a:latin typeface="Lato"/>
                <a:ea typeface="Lato"/>
                <a:cs typeface="Lato"/>
                <a:sym typeface="Lato"/>
              </a:rPr>
              <a:t>No es grave que la cuenta exacta no sea instantáneamente la misma, siempre.</a:t>
            </a:r>
            <a:endParaRPr b="0" i="0" sz="1400" u="none" cap="none" strike="noStrike">
              <a:solidFill>
                <a:srgbClr val="000000"/>
              </a:solidFill>
              <a:latin typeface="Arial"/>
              <a:ea typeface="Arial"/>
              <a:cs typeface="Arial"/>
              <a:sym typeface="Arial"/>
            </a:endParaRPr>
          </a:p>
        </p:txBody>
      </p:sp>
      <p:pic>
        <p:nvPicPr>
          <p:cNvPr id="639" name="Google Shape;639;p80"/>
          <p:cNvPicPr preferRelativeResize="0"/>
          <p:nvPr/>
        </p:nvPicPr>
        <p:blipFill rotWithShape="1">
          <a:blip r:embed="rId4">
            <a:alphaModFix/>
          </a:blip>
          <a:srcRect b="0" l="0" r="0" t="0"/>
          <a:stretch/>
        </p:blipFill>
        <p:spPr>
          <a:xfrm>
            <a:off x="1906772" y="10090700"/>
            <a:ext cx="1964660" cy="196466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3" name="Shape 643"/>
        <p:cNvGrpSpPr/>
        <p:nvPr/>
      </p:nvGrpSpPr>
      <p:grpSpPr>
        <a:xfrm>
          <a:off x="0" y="0"/>
          <a:ext cx="0" cy="0"/>
          <a:chOff x="0" y="0"/>
          <a:chExt cx="0" cy="0"/>
        </a:xfrm>
      </p:grpSpPr>
      <p:sp>
        <p:nvSpPr>
          <p:cNvPr id="644" name="Google Shape;644;g363b7f3fb40_0_37"/>
          <p:cNvSpPr txBox="1"/>
          <p:nvPr/>
        </p:nvSpPr>
        <p:spPr>
          <a:xfrm>
            <a:off x="25655451" y="17112343"/>
            <a:ext cx="18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5" name="Google Shape;645;g363b7f3fb40_0_37"/>
          <p:cNvSpPr txBox="1"/>
          <p:nvPr/>
        </p:nvSpPr>
        <p:spPr>
          <a:xfrm>
            <a:off x="24453669" y="17843863"/>
            <a:ext cx="18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6" name="Google Shape;646;g363b7f3fb40_0_37"/>
          <p:cNvSpPr txBox="1"/>
          <p:nvPr/>
        </p:nvSpPr>
        <p:spPr>
          <a:xfrm>
            <a:off x="12379841" y="1447133"/>
            <a:ext cx="112635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Roboto"/>
              <a:buNone/>
            </a:pPr>
            <a:r>
              <a:rPr b="0" i="0" lang="es-MX" sz="7200" u="none" cap="none" strike="noStrike">
                <a:solidFill>
                  <a:srgbClr val="000000"/>
                </a:solidFill>
                <a:latin typeface="Roboto"/>
                <a:ea typeface="Roboto"/>
                <a:cs typeface="Roboto"/>
                <a:sym typeface="Roboto"/>
              </a:rPr>
              <a:t>Pregunta 2.</a:t>
            </a:r>
            <a:endParaRPr b="0" i="0" sz="7200" u="none" cap="none" strike="noStrike">
              <a:solidFill>
                <a:srgbClr val="000000"/>
              </a:solidFill>
              <a:latin typeface="Roboto"/>
              <a:ea typeface="Roboto"/>
              <a:cs typeface="Roboto"/>
              <a:sym typeface="Roboto"/>
            </a:endParaRPr>
          </a:p>
        </p:txBody>
      </p:sp>
      <p:grpSp>
        <p:nvGrpSpPr>
          <p:cNvPr id="647" name="Google Shape;647;g363b7f3fb40_0_37"/>
          <p:cNvGrpSpPr/>
          <p:nvPr/>
        </p:nvGrpSpPr>
        <p:grpSpPr>
          <a:xfrm>
            <a:off x="21922690" y="10842237"/>
            <a:ext cx="1720575" cy="1959061"/>
            <a:chOff x="21922690" y="11086899"/>
            <a:chExt cx="1720575" cy="1959061"/>
          </a:xfrm>
        </p:grpSpPr>
        <p:sp>
          <p:nvSpPr>
            <p:cNvPr id="648" name="Google Shape;648;g363b7f3fb40_0_37"/>
            <p:cNvSpPr/>
            <p:nvPr/>
          </p:nvSpPr>
          <p:spPr>
            <a:xfrm>
              <a:off x="21922690" y="11356360"/>
              <a:ext cx="1689600" cy="16896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649" name="Google Shape;649;g363b7f3fb40_0_37"/>
            <p:cNvPicPr preferRelativeResize="0"/>
            <p:nvPr/>
          </p:nvPicPr>
          <p:blipFill rotWithShape="1">
            <a:blip r:embed="rId4">
              <a:alphaModFix/>
            </a:blip>
            <a:srcRect b="0" l="0" r="0" t="0"/>
            <a:stretch/>
          </p:blipFill>
          <p:spPr>
            <a:xfrm>
              <a:off x="21922690" y="11086899"/>
              <a:ext cx="1720575" cy="1720575"/>
            </a:xfrm>
            <a:prstGeom prst="rect">
              <a:avLst/>
            </a:prstGeom>
            <a:noFill/>
            <a:ln>
              <a:noFill/>
            </a:ln>
          </p:spPr>
        </p:pic>
      </p:grpSp>
      <p:sp>
        <p:nvSpPr>
          <p:cNvPr id="650" name="Google Shape;650;g363b7f3fb40_0_37"/>
          <p:cNvSpPr txBox="1"/>
          <p:nvPr>
            <p:ph idx="1" type="body"/>
          </p:nvPr>
        </p:nvSpPr>
        <p:spPr>
          <a:xfrm>
            <a:off x="11676125" y="3101000"/>
            <a:ext cx="11967300" cy="8553300"/>
          </a:xfrm>
          <a:prstGeom prst="rect">
            <a:avLst/>
          </a:prstGeom>
          <a:no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dk1"/>
              </a:buClr>
              <a:buSzPts val="1100"/>
              <a:buNone/>
            </a:pPr>
            <a:r>
              <a:rPr lang="es-MX" sz="4400">
                <a:latin typeface="Lato"/>
                <a:ea typeface="Lato"/>
                <a:cs typeface="Lato"/>
                <a:sym typeface="Lato"/>
              </a:rPr>
              <a:t>CONTEXTO: Una compañía necesita llevar el registro financiero de sus operaciones: facturas, pagos, cuentas por cobrar y por pagar, balances mensuales, etc.</a:t>
            </a:r>
            <a:endParaRPr sz="4400">
              <a:latin typeface="Lato"/>
              <a:ea typeface="Lato"/>
              <a:cs typeface="Lato"/>
              <a:sym typeface="Lato"/>
            </a:endParaRPr>
          </a:p>
        </p:txBody>
      </p:sp>
      <p:sp>
        <p:nvSpPr>
          <p:cNvPr id="651" name="Google Shape;651;g363b7f3fb40_0_37"/>
          <p:cNvSpPr txBox="1"/>
          <p:nvPr/>
        </p:nvSpPr>
        <p:spPr>
          <a:xfrm>
            <a:off x="493776" y="12201186"/>
            <a:ext cx="54315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7200"/>
              <a:buFont typeface="Lato"/>
              <a:buNone/>
            </a:pPr>
            <a:r>
              <a:rPr b="0" i="0" lang="es-MX" sz="7200" u="none" cap="none" strike="noStrike">
                <a:solidFill>
                  <a:srgbClr val="FFFFFF"/>
                </a:solidFill>
                <a:latin typeface="Lato"/>
                <a:ea typeface="Lato"/>
                <a:cs typeface="Lato"/>
                <a:sym typeface="Lato"/>
              </a:rPr>
              <a:t>3:00</a:t>
            </a:r>
            <a:endParaRPr b="0" i="0" sz="1400" u="none" cap="none" strike="noStrike">
              <a:solidFill>
                <a:srgbClr val="000000"/>
              </a:solidFill>
              <a:latin typeface="Arial"/>
              <a:ea typeface="Arial"/>
              <a:cs typeface="Arial"/>
              <a:sym typeface="Arial"/>
            </a:endParaRPr>
          </a:p>
        </p:txBody>
      </p:sp>
      <p:sp>
        <p:nvSpPr>
          <p:cNvPr id="652" name="Google Shape;652;g363b7f3fb40_0_37"/>
          <p:cNvSpPr txBox="1"/>
          <p:nvPr/>
        </p:nvSpPr>
        <p:spPr>
          <a:xfrm>
            <a:off x="361950" y="13144500"/>
            <a:ext cx="23793600" cy="369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Lato"/>
              <a:buNone/>
            </a:pPr>
            <a:r>
              <a:rPr b="0" i="0" lang="es-MX" sz="1800" u="none" cap="none" strike="noStrike">
                <a:solidFill>
                  <a:srgbClr val="000000"/>
                </a:solidFill>
                <a:latin typeface="Lato"/>
                <a:ea typeface="Lato"/>
                <a:cs typeface="Lato"/>
                <a:sym typeface="Lato"/>
              </a:rPr>
              <a:t>© Diseño y Gestión de Bases de Datos con SQL  | Universidad de los Andes </a:t>
            </a:r>
            <a:endParaRPr b="0" i="0" sz="1400" u="none" cap="none" strike="noStrike">
              <a:solidFill>
                <a:srgbClr val="000000"/>
              </a:solidFill>
              <a:latin typeface="Arial"/>
              <a:ea typeface="Arial"/>
              <a:cs typeface="Arial"/>
              <a:sym typeface="Arial"/>
            </a:endParaRPr>
          </a:p>
        </p:txBody>
      </p:sp>
      <p:grpSp>
        <p:nvGrpSpPr>
          <p:cNvPr id="653" name="Google Shape;653;g363b7f3fb40_0_37"/>
          <p:cNvGrpSpPr/>
          <p:nvPr/>
        </p:nvGrpSpPr>
        <p:grpSpPr>
          <a:xfrm>
            <a:off x="4409641" y="11911366"/>
            <a:ext cx="1647423" cy="1489896"/>
            <a:chOff x="7210805" y="4564306"/>
            <a:chExt cx="2904483" cy="2754985"/>
          </a:xfrm>
        </p:grpSpPr>
        <p:pic>
          <p:nvPicPr>
            <p:cNvPr id="654" name="Google Shape;654;g363b7f3fb40_0_37"/>
            <p:cNvPicPr preferRelativeResize="0"/>
            <p:nvPr/>
          </p:nvPicPr>
          <p:blipFill rotWithShape="1">
            <a:blip r:embed="rId5">
              <a:alphaModFix/>
            </a:blip>
            <a:srcRect b="0" l="0" r="0" t="0"/>
            <a:stretch/>
          </p:blipFill>
          <p:spPr>
            <a:xfrm>
              <a:off x="7210805" y="4564306"/>
              <a:ext cx="2754985" cy="2754985"/>
            </a:xfrm>
            <a:prstGeom prst="rect">
              <a:avLst/>
            </a:prstGeom>
            <a:noFill/>
            <a:ln>
              <a:noFill/>
            </a:ln>
          </p:spPr>
        </p:pic>
        <p:pic>
          <p:nvPicPr>
            <p:cNvPr id="655" name="Google Shape;655;g363b7f3fb40_0_37"/>
            <p:cNvPicPr preferRelativeResize="0"/>
            <p:nvPr/>
          </p:nvPicPr>
          <p:blipFill rotWithShape="1">
            <a:blip r:embed="rId6">
              <a:alphaModFix/>
            </a:blip>
            <a:srcRect b="0" l="0" r="0" t="0"/>
            <a:stretch/>
          </p:blipFill>
          <p:spPr>
            <a:xfrm>
              <a:off x="8769593" y="5973594"/>
              <a:ext cx="1345695" cy="1345695"/>
            </a:xfrm>
            <a:prstGeom prst="rect">
              <a:avLst/>
            </a:prstGeom>
            <a:noFill/>
            <a:ln>
              <a:noFill/>
            </a:ln>
          </p:spPr>
        </p:pic>
      </p:grpSp>
      <p:sp>
        <p:nvSpPr>
          <p:cNvPr id="656" name="Google Shape;656;g363b7f3fb40_0_37"/>
          <p:cNvSpPr txBox="1"/>
          <p:nvPr/>
        </p:nvSpPr>
        <p:spPr>
          <a:xfrm>
            <a:off x="14651225" y="6858000"/>
            <a:ext cx="6017100" cy="15388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4000"/>
              <a:buFont typeface="Roboto"/>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4000"/>
              <a:buFont typeface="Calibri"/>
              <a:buNone/>
            </a:pPr>
            <a:r>
              <a:t/>
            </a:r>
            <a:endParaRPr b="1" i="0" sz="4000" u="none" cap="none" strike="noStrike">
              <a:solidFill>
                <a:srgbClr val="C00000"/>
              </a:solidFill>
              <a:latin typeface="Roboto"/>
              <a:ea typeface="Roboto"/>
              <a:cs typeface="Roboto"/>
              <a:sym typeface="Roboto"/>
            </a:endParaRPr>
          </a:p>
          <a:p>
            <a:pPr indent="0" lvl="0" marL="0" marR="0" rtl="0" algn="ctr">
              <a:lnSpc>
                <a:spcPct val="100000"/>
              </a:lnSpc>
              <a:spcBef>
                <a:spcPts val="0"/>
              </a:spcBef>
              <a:spcAft>
                <a:spcPts val="0"/>
              </a:spcAft>
              <a:buClr>
                <a:srgbClr val="C00000"/>
              </a:buClr>
              <a:buSzPts val="4000"/>
              <a:buFont typeface="Roboto"/>
              <a:buNone/>
            </a:pPr>
            <a:r>
              <a:rPr b="1" i="0" lang="es-MX" sz="4000" u="none" cap="none" strike="noStrike">
                <a:solidFill>
                  <a:srgbClr val="C00000"/>
                </a:solidFill>
                <a:latin typeface="Roboto"/>
                <a:ea typeface="Roboto"/>
                <a:cs typeface="Roboto"/>
                <a:sym typeface="Roboto"/>
              </a:rPr>
              <a:t>¿SQL o NoSQL?</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0">
                                            <p:txEl>
                                              <p:pRg end="0" st="0"/>
                                            </p:txEl>
                                          </p:spTgt>
                                        </p:tgtEl>
                                        <p:attrNameLst>
                                          <p:attrName>style.visibility</p:attrName>
                                        </p:attrNameLst>
                                      </p:cBhvr>
                                      <p:to>
                                        <p:strVal val="visible"/>
                                      </p:to>
                                    </p:set>
                                    <p:animEffect filter="fade" transition="in">
                                      <p:cBhvr>
                                        <p:cTn dur="500"/>
                                        <p:tgtEl>
                                          <p:spTgt spid="65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6"/>
                                        </p:tgtEl>
                                        <p:attrNameLst>
                                          <p:attrName>style.visibility</p:attrName>
                                        </p:attrNameLst>
                                      </p:cBhvr>
                                      <p:to>
                                        <p:strVal val="visible"/>
                                      </p:to>
                                    </p:set>
                                    <p:animEffect filter="fade" transition="in">
                                      <p:cBhvr>
                                        <p:cTn dur="500"/>
                                        <p:tgtEl>
                                          <p:spTgt spid="6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0" name="Shape 660"/>
        <p:cNvGrpSpPr/>
        <p:nvPr/>
      </p:nvGrpSpPr>
      <p:grpSpPr>
        <a:xfrm>
          <a:off x="0" y="0"/>
          <a:ext cx="0" cy="0"/>
          <a:chOff x="0" y="0"/>
          <a:chExt cx="0" cy="0"/>
        </a:xfrm>
      </p:grpSpPr>
      <p:sp>
        <p:nvSpPr>
          <p:cNvPr id="661" name="Google Shape;661;g363b7f3fb40_0_55"/>
          <p:cNvSpPr txBox="1"/>
          <p:nvPr/>
        </p:nvSpPr>
        <p:spPr>
          <a:xfrm>
            <a:off x="25655451" y="17112343"/>
            <a:ext cx="18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2" name="Google Shape;662;g363b7f3fb40_0_55"/>
          <p:cNvSpPr txBox="1"/>
          <p:nvPr/>
        </p:nvSpPr>
        <p:spPr>
          <a:xfrm>
            <a:off x="24453669" y="17843863"/>
            <a:ext cx="18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3" name="Google Shape;663;g363b7f3fb40_0_55"/>
          <p:cNvSpPr txBox="1"/>
          <p:nvPr/>
        </p:nvSpPr>
        <p:spPr>
          <a:xfrm>
            <a:off x="12379841" y="1447133"/>
            <a:ext cx="112635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Roboto"/>
              <a:buNone/>
            </a:pPr>
            <a:r>
              <a:rPr b="0" i="0" lang="es-MX" sz="7200" u="none" cap="none" strike="noStrike">
                <a:solidFill>
                  <a:srgbClr val="000000"/>
                </a:solidFill>
                <a:latin typeface="Roboto"/>
                <a:ea typeface="Roboto"/>
                <a:cs typeface="Roboto"/>
                <a:sym typeface="Roboto"/>
              </a:rPr>
              <a:t>Pregunta 2.</a:t>
            </a:r>
            <a:endParaRPr b="0" i="0" sz="7200" u="none" cap="none" strike="noStrike">
              <a:solidFill>
                <a:srgbClr val="000000"/>
              </a:solidFill>
              <a:latin typeface="Roboto"/>
              <a:ea typeface="Roboto"/>
              <a:cs typeface="Roboto"/>
              <a:sym typeface="Roboto"/>
            </a:endParaRPr>
          </a:p>
        </p:txBody>
      </p:sp>
      <p:grpSp>
        <p:nvGrpSpPr>
          <p:cNvPr id="664" name="Google Shape;664;g363b7f3fb40_0_55"/>
          <p:cNvGrpSpPr/>
          <p:nvPr/>
        </p:nvGrpSpPr>
        <p:grpSpPr>
          <a:xfrm>
            <a:off x="21922690" y="10842237"/>
            <a:ext cx="1720575" cy="1959061"/>
            <a:chOff x="21922690" y="11086899"/>
            <a:chExt cx="1720575" cy="1959061"/>
          </a:xfrm>
        </p:grpSpPr>
        <p:sp>
          <p:nvSpPr>
            <p:cNvPr id="665" name="Google Shape;665;g363b7f3fb40_0_55"/>
            <p:cNvSpPr/>
            <p:nvPr/>
          </p:nvSpPr>
          <p:spPr>
            <a:xfrm>
              <a:off x="21922690" y="11356360"/>
              <a:ext cx="1689600" cy="16896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666" name="Google Shape;666;g363b7f3fb40_0_55"/>
            <p:cNvPicPr preferRelativeResize="0"/>
            <p:nvPr/>
          </p:nvPicPr>
          <p:blipFill rotWithShape="1">
            <a:blip r:embed="rId4">
              <a:alphaModFix/>
            </a:blip>
            <a:srcRect b="0" l="0" r="0" t="0"/>
            <a:stretch/>
          </p:blipFill>
          <p:spPr>
            <a:xfrm>
              <a:off x="21922690" y="11086899"/>
              <a:ext cx="1720575" cy="1720575"/>
            </a:xfrm>
            <a:prstGeom prst="rect">
              <a:avLst/>
            </a:prstGeom>
            <a:noFill/>
            <a:ln>
              <a:noFill/>
            </a:ln>
          </p:spPr>
        </p:pic>
      </p:grpSp>
      <p:sp>
        <p:nvSpPr>
          <p:cNvPr id="667" name="Google Shape;667;g363b7f3fb40_0_55"/>
          <p:cNvSpPr txBox="1"/>
          <p:nvPr>
            <p:ph idx="1" type="body"/>
          </p:nvPr>
        </p:nvSpPr>
        <p:spPr>
          <a:xfrm>
            <a:off x="11676125" y="3101000"/>
            <a:ext cx="11967300" cy="85533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00000"/>
              </a:lnSpc>
              <a:spcBef>
                <a:spcPts val="0"/>
              </a:spcBef>
              <a:spcAft>
                <a:spcPts val="0"/>
              </a:spcAft>
              <a:buClr>
                <a:schemeClr val="dk1"/>
              </a:buClr>
              <a:buSzPts val="275"/>
              <a:buNone/>
            </a:pPr>
            <a:r>
              <a:rPr b="1" lang="es-MX" sz="9608">
                <a:latin typeface="Arial"/>
                <a:ea typeface="Arial"/>
                <a:cs typeface="Arial"/>
                <a:sym typeface="Arial"/>
              </a:rPr>
              <a:t>Integridad referencial</a:t>
            </a:r>
            <a:br>
              <a:rPr b="1" lang="es-MX" sz="9608">
                <a:latin typeface="Arial"/>
                <a:ea typeface="Arial"/>
                <a:cs typeface="Arial"/>
                <a:sym typeface="Arial"/>
              </a:rPr>
            </a:br>
            <a:endParaRPr b="1" sz="9608">
              <a:latin typeface="Arial"/>
              <a:ea typeface="Arial"/>
              <a:cs typeface="Arial"/>
              <a:sym typeface="Arial"/>
            </a:endParaRPr>
          </a:p>
          <a:p>
            <a:pPr indent="-381142" lvl="0" marL="457200" rtl="0" algn="l">
              <a:lnSpc>
                <a:spcPct val="115000"/>
              </a:lnSpc>
              <a:spcBef>
                <a:spcPts val="1200"/>
              </a:spcBef>
              <a:spcAft>
                <a:spcPts val="0"/>
              </a:spcAft>
              <a:buSzPct val="100000"/>
              <a:buChar char="●"/>
            </a:pPr>
            <a:r>
              <a:rPr lang="es-MX" sz="9608">
                <a:latin typeface="Arial"/>
                <a:ea typeface="Arial"/>
                <a:cs typeface="Arial"/>
                <a:sym typeface="Arial"/>
              </a:rPr>
              <a:t>Cada factura debe apuntar a un cliente existente, cada asiento contable a la cuenta contable correcta.</a:t>
            </a:r>
            <a:br>
              <a:rPr lang="es-MX" sz="9608">
                <a:latin typeface="Arial"/>
                <a:ea typeface="Arial"/>
                <a:cs typeface="Arial"/>
                <a:sym typeface="Arial"/>
              </a:rPr>
            </a:br>
            <a:endParaRPr sz="9608">
              <a:latin typeface="Arial"/>
              <a:ea typeface="Arial"/>
              <a:cs typeface="Arial"/>
              <a:sym typeface="Arial"/>
            </a:endParaRPr>
          </a:p>
          <a:p>
            <a:pPr indent="-381142" lvl="0" marL="457200" rtl="0" algn="l">
              <a:lnSpc>
                <a:spcPct val="115000"/>
              </a:lnSpc>
              <a:spcBef>
                <a:spcPts val="0"/>
              </a:spcBef>
              <a:spcAft>
                <a:spcPts val="0"/>
              </a:spcAft>
              <a:buSzPct val="100000"/>
              <a:buChar char="●"/>
            </a:pPr>
            <a:r>
              <a:rPr lang="es-MX" sz="9608">
                <a:latin typeface="Arial"/>
                <a:ea typeface="Arial"/>
                <a:cs typeface="Arial"/>
                <a:sym typeface="Arial"/>
              </a:rPr>
              <a:t>Las claves foráneas y restricciones (</a:t>
            </a:r>
            <a:r>
              <a:rPr lang="es-MX" sz="9608">
                <a:solidFill>
                  <a:srgbClr val="188038"/>
                </a:solidFill>
                <a:latin typeface="Roboto Mono"/>
                <a:ea typeface="Roboto Mono"/>
                <a:cs typeface="Roboto Mono"/>
                <a:sym typeface="Roboto Mono"/>
              </a:rPr>
              <a:t>FOREIGN KEY</a:t>
            </a:r>
            <a:r>
              <a:rPr lang="es-MX" sz="9608">
                <a:latin typeface="Arial"/>
                <a:ea typeface="Arial"/>
                <a:cs typeface="Arial"/>
                <a:sym typeface="Arial"/>
              </a:rPr>
              <a:t>, </a:t>
            </a:r>
            <a:r>
              <a:rPr lang="es-MX" sz="9608">
                <a:solidFill>
                  <a:srgbClr val="188038"/>
                </a:solidFill>
                <a:latin typeface="Roboto Mono"/>
                <a:ea typeface="Roboto Mono"/>
                <a:cs typeface="Roboto Mono"/>
                <a:sym typeface="Roboto Mono"/>
              </a:rPr>
              <a:t>UNIQUE</a:t>
            </a:r>
            <a:r>
              <a:rPr lang="es-MX" sz="9608">
                <a:latin typeface="Arial"/>
                <a:ea typeface="Arial"/>
                <a:cs typeface="Arial"/>
                <a:sym typeface="Arial"/>
              </a:rPr>
              <a:t>) evitan inconsistencias.</a:t>
            </a:r>
            <a:br>
              <a:rPr lang="es-MX" sz="9608">
                <a:latin typeface="Arial"/>
                <a:ea typeface="Arial"/>
                <a:cs typeface="Arial"/>
                <a:sym typeface="Arial"/>
              </a:rPr>
            </a:br>
            <a:endParaRPr sz="9608">
              <a:latin typeface="Arial"/>
              <a:ea typeface="Arial"/>
              <a:cs typeface="Arial"/>
              <a:sym typeface="Arial"/>
            </a:endParaRPr>
          </a:p>
          <a:p>
            <a:pPr indent="0" lvl="0" marL="0" rtl="0" algn="l">
              <a:lnSpc>
                <a:spcPct val="115000"/>
              </a:lnSpc>
              <a:spcBef>
                <a:spcPts val="1200"/>
              </a:spcBef>
              <a:spcAft>
                <a:spcPts val="0"/>
              </a:spcAft>
              <a:buClr>
                <a:schemeClr val="dk1"/>
              </a:buClr>
              <a:buSzPts val="275"/>
              <a:buNone/>
            </a:pPr>
            <a:r>
              <a:rPr b="1" lang="es-MX" sz="9608">
                <a:latin typeface="Arial"/>
                <a:ea typeface="Arial"/>
                <a:cs typeface="Arial"/>
                <a:sym typeface="Arial"/>
              </a:rPr>
              <a:t>Transacciones ACID</a:t>
            </a:r>
            <a:br>
              <a:rPr b="1" lang="es-MX" sz="9608">
                <a:latin typeface="Arial"/>
                <a:ea typeface="Arial"/>
                <a:cs typeface="Arial"/>
                <a:sym typeface="Arial"/>
              </a:rPr>
            </a:br>
            <a:endParaRPr b="1" sz="9608">
              <a:latin typeface="Arial"/>
              <a:ea typeface="Arial"/>
              <a:cs typeface="Arial"/>
              <a:sym typeface="Arial"/>
            </a:endParaRPr>
          </a:p>
          <a:p>
            <a:pPr indent="-381142" lvl="0" marL="457200" rtl="0" algn="l">
              <a:lnSpc>
                <a:spcPct val="115000"/>
              </a:lnSpc>
              <a:spcBef>
                <a:spcPts val="1200"/>
              </a:spcBef>
              <a:spcAft>
                <a:spcPts val="0"/>
              </a:spcAft>
              <a:buSzPct val="100000"/>
              <a:buChar char="●"/>
            </a:pPr>
            <a:r>
              <a:rPr lang="es-MX" sz="9608">
                <a:latin typeface="Arial"/>
                <a:ea typeface="Arial"/>
                <a:cs typeface="Arial"/>
                <a:sym typeface="Arial"/>
              </a:rPr>
              <a:t>Cuando se registra un pago, necesitas garantizar que débito y crédito se apliquen juntos o no se apliquen.</a:t>
            </a:r>
            <a:br>
              <a:rPr lang="es-MX" sz="9608">
                <a:latin typeface="Arial"/>
                <a:ea typeface="Arial"/>
                <a:cs typeface="Arial"/>
                <a:sym typeface="Arial"/>
              </a:rPr>
            </a:br>
            <a:endParaRPr sz="9608">
              <a:latin typeface="Arial"/>
              <a:ea typeface="Arial"/>
              <a:cs typeface="Arial"/>
              <a:sym typeface="Arial"/>
            </a:endParaRPr>
          </a:p>
          <a:p>
            <a:pPr indent="-381142" lvl="0" marL="457200" rtl="0" algn="l">
              <a:lnSpc>
                <a:spcPct val="115000"/>
              </a:lnSpc>
              <a:spcBef>
                <a:spcPts val="0"/>
              </a:spcBef>
              <a:spcAft>
                <a:spcPts val="0"/>
              </a:spcAft>
              <a:buSzPct val="100000"/>
              <a:buChar char="●"/>
            </a:pPr>
            <a:r>
              <a:rPr lang="es-MX" sz="9608">
                <a:latin typeface="Arial"/>
                <a:ea typeface="Arial"/>
                <a:cs typeface="Arial"/>
                <a:sym typeface="Arial"/>
              </a:rPr>
              <a:t>Un </a:t>
            </a:r>
            <a:r>
              <a:rPr lang="es-MX" sz="9608">
                <a:solidFill>
                  <a:srgbClr val="188038"/>
                </a:solidFill>
                <a:latin typeface="Roboto Mono"/>
                <a:ea typeface="Roboto Mono"/>
                <a:cs typeface="Roboto Mono"/>
                <a:sym typeface="Roboto Mono"/>
              </a:rPr>
              <a:t>COMMIT</a:t>
            </a:r>
            <a:r>
              <a:rPr lang="es-MX" sz="9608">
                <a:latin typeface="Arial"/>
                <a:ea typeface="Arial"/>
                <a:cs typeface="Arial"/>
                <a:sym typeface="Arial"/>
              </a:rPr>
              <a:t>/</a:t>
            </a:r>
            <a:r>
              <a:rPr lang="es-MX" sz="9608">
                <a:solidFill>
                  <a:srgbClr val="188038"/>
                </a:solidFill>
                <a:latin typeface="Roboto Mono"/>
                <a:ea typeface="Roboto Mono"/>
                <a:cs typeface="Roboto Mono"/>
                <a:sym typeface="Roboto Mono"/>
              </a:rPr>
              <a:t>ROLLBACK</a:t>
            </a:r>
            <a:r>
              <a:rPr lang="es-MX" sz="9608">
                <a:latin typeface="Arial"/>
                <a:ea typeface="Arial"/>
                <a:cs typeface="Arial"/>
                <a:sym typeface="Arial"/>
              </a:rPr>
              <a:t> asegura que nunca quede media operación.</a:t>
            </a:r>
            <a:br>
              <a:rPr lang="es-MX" sz="9608">
                <a:latin typeface="Arial"/>
                <a:ea typeface="Arial"/>
                <a:cs typeface="Arial"/>
                <a:sym typeface="Arial"/>
              </a:rPr>
            </a:br>
            <a:endParaRPr sz="9608">
              <a:latin typeface="Arial"/>
              <a:ea typeface="Arial"/>
              <a:cs typeface="Arial"/>
              <a:sym typeface="Arial"/>
            </a:endParaRPr>
          </a:p>
          <a:p>
            <a:pPr indent="0" lvl="0" marL="0" rtl="0" algn="l">
              <a:lnSpc>
                <a:spcPct val="115000"/>
              </a:lnSpc>
              <a:spcBef>
                <a:spcPts val="1200"/>
              </a:spcBef>
              <a:spcAft>
                <a:spcPts val="0"/>
              </a:spcAft>
              <a:buClr>
                <a:schemeClr val="dk1"/>
              </a:buClr>
              <a:buSzPts val="275"/>
              <a:buNone/>
            </a:pPr>
            <a:r>
              <a:rPr b="1" lang="es-MX" sz="9608">
                <a:latin typeface="Arial"/>
                <a:ea typeface="Arial"/>
                <a:cs typeface="Arial"/>
                <a:sym typeface="Arial"/>
              </a:rPr>
              <a:t>Consultas complejas y reportes</a:t>
            </a:r>
            <a:br>
              <a:rPr b="1" lang="es-MX" sz="9608">
                <a:latin typeface="Arial"/>
                <a:ea typeface="Arial"/>
                <a:cs typeface="Arial"/>
                <a:sym typeface="Arial"/>
              </a:rPr>
            </a:br>
            <a:endParaRPr b="1" sz="9608">
              <a:latin typeface="Arial"/>
              <a:ea typeface="Arial"/>
              <a:cs typeface="Arial"/>
              <a:sym typeface="Arial"/>
            </a:endParaRPr>
          </a:p>
          <a:p>
            <a:pPr indent="-381142" lvl="0" marL="457200" rtl="0" algn="l">
              <a:lnSpc>
                <a:spcPct val="115000"/>
              </a:lnSpc>
              <a:spcBef>
                <a:spcPts val="1200"/>
              </a:spcBef>
              <a:spcAft>
                <a:spcPts val="0"/>
              </a:spcAft>
              <a:buSzPct val="100000"/>
              <a:buChar char="●"/>
            </a:pPr>
            <a:r>
              <a:rPr lang="es-MX" sz="9608">
                <a:latin typeface="Arial"/>
                <a:ea typeface="Arial"/>
                <a:cs typeface="Arial"/>
                <a:sym typeface="Arial"/>
              </a:rPr>
              <a:t>Balances y estados financieros suelen requerir joins entre varias tablas (</a:t>
            </a:r>
            <a:r>
              <a:rPr lang="es-MX" sz="9608">
                <a:solidFill>
                  <a:srgbClr val="188038"/>
                </a:solidFill>
                <a:latin typeface="Roboto Mono"/>
                <a:ea typeface="Roboto Mono"/>
                <a:cs typeface="Roboto Mono"/>
                <a:sym typeface="Roboto Mono"/>
              </a:rPr>
              <a:t>JOIN invoices i ON i.customer_id = c.id</a:t>
            </a:r>
            <a:r>
              <a:rPr lang="es-MX" sz="9608">
                <a:latin typeface="Arial"/>
                <a:ea typeface="Arial"/>
                <a:cs typeface="Arial"/>
                <a:sym typeface="Arial"/>
              </a:rPr>
              <a:t>).</a:t>
            </a:r>
            <a:br>
              <a:rPr lang="es-MX" sz="9608">
                <a:latin typeface="Arial"/>
                <a:ea typeface="Arial"/>
                <a:cs typeface="Arial"/>
                <a:sym typeface="Arial"/>
              </a:rPr>
            </a:br>
            <a:endParaRPr sz="9608">
              <a:latin typeface="Arial"/>
              <a:ea typeface="Arial"/>
              <a:cs typeface="Arial"/>
              <a:sym typeface="Arial"/>
            </a:endParaRPr>
          </a:p>
          <a:p>
            <a:pPr indent="-381142" lvl="0" marL="457200" rtl="0" algn="l">
              <a:lnSpc>
                <a:spcPct val="115000"/>
              </a:lnSpc>
              <a:spcBef>
                <a:spcPts val="0"/>
              </a:spcBef>
              <a:spcAft>
                <a:spcPts val="0"/>
              </a:spcAft>
              <a:buSzPct val="100000"/>
              <a:buChar char="●"/>
            </a:pPr>
            <a:r>
              <a:rPr lang="es-MX" sz="9608">
                <a:latin typeface="Arial"/>
                <a:ea typeface="Arial"/>
                <a:cs typeface="Arial"/>
                <a:sym typeface="Arial"/>
              </a:rPr>
              <a:t>SQL optimiza estos patrones de lectura relacional.</a:t>
            </a:r>
            <a:endParaRPr sz="9608">
              <a:latin typeface="Arial"/>
              <a:ea typeface="Arial"/>
              <a:cs typeface="Arial"/>
              <a:sym typeface="Arial"/>
            </a:endParaRPr>
          </a:p>
        </p:txBody>
      </p:sp>
      <p:sp>
        <p:nvSpPr>
          <p:cNvPr id="668" name="Google Shape;668;g363b7f3fb40_0_55"/>
          <p:cNvSpPr txBox="1"/>
          <p:nvPr/>
        </p:nvSpPr>
        <p:spPr>
          <a:xfrm>
            <a:off x="493776" y="12201186"/>
            <a:ext cx="54315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7200"/>
              <a:buFont typeface="Lato"/>
              <a:buNone/>
            </a:pPr>
            <a:r>
              <a:rPr b="0" i="0" lang="es-MX" sz="7200" u="none" cap="none" strike="noStrike">
                <a:solidFill>
                  <a:srgbClr val="FFFFFF"/>
                </a:solidFill>
                <a:latin typeface="Lato"/>
                <a:ea typeface="Lato"/>
                <a:cs typeface="Lato"/>
                <a:sym typeface="Lato"/>
              </a:rPr>
              <a:t>3:00</a:t>
            </a:r>
            <a:endParaRPr b="0" i="0" sz="1400" u="none" cap="none" strike="noStrike">
              <a:solidFill>
                <a:srgbClr val="000000"/>
              </a:solidFill>
              <a:latin typeface="Arial"/>
              <a:ea typeface="Arial"/>
              <a:cs typeface="Arial"/>
              <a:sym typeface="Arial"/>
            </a:endParaRPr>
          </a:p>
        </p:txBody>
      </p:sp>
      <p:sp>
        <p:nvSpPr>
          <p:cNvPr id="669" name="Google Shape;669;g363b7f3fb40_0_55"/>
          <p:cNvSpPr txBox="1"/>
          <p:nvPr/>
        </p:nvSpPr>
        <p:spPr>
          <a:xfrm>
            <a:off x="361950" y="13144500"/>
            <a:ext cx="23793600" cy="369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Lato"/>
              <a:buNone/>
            </a:pPr>
            <a:r>
              <a:rPr b="0" i="0" lang="es-MX" sz="1800" u="none" cap="none" strike="noStrike">
                <a:solidFill>
                  <a:srgbClr val="000000"/>
                </a:solidFill>
                <a:latin typeface="Lato"/>
                <a:ea typeface="Lato"/>
                <a:cs typeface="Lato"/>
                <a:sym typeface="Lato"/>
              </a:rPr>
              <a:t>© Diseño y Gestión de Bases de Datos con SQL  | Universidad de los Andes </a:t>
            </a:r>
            <a:endParaRPr b="0" i="0" sz="1400" u="none" cap="none" strike="noStrike">
              <a:solidFill>
                <a:srgbClr val="000000"/>
              </a:solidFill>
              <a:latin typeface="Arial"/>
              <a:ea typeface="Arial"/>
              <a:cs typeface="Arial"/>
              <a:sym typeface="Arial"/>
            </a:endParaRPr>
          </a:p>
        </p:txBody>
      </p:sp>
      <p:grpSp>
        <p:nvGrpSpPr>
          <p:cNvPr id="670" name="Google Shape;670;g363b7f3fb40_0_55"/>
          <p:cNvGrpSpPr/>
          <p:nvPr/>
        </p:nvGrpSpPr>
        <p:grpSpPr>
          <a:xfrm>
            <a:off x="4409641" y="11911366"/>
            <a:ext cx="1647423" cy="1489896"/>
            <a:chOff x="7210805" y="4564306"/>
            <a:chExt cx="2904483" cy="2754985"/>
          </a:xfrm>
        </p:grpSpPr>
        <p:pic>
          <p:nvPicPr>
            <p:cNvPr id="671" name="Google Shape;671;g363b7f3fb40_0_55"/>
            <p:cNvPicPr preferRelativeResize="0"/>
            <p:nvPr/>
          </p:nvPicPr>
          <p:blipFill rotWithShape="1">
            <a:blip r:embed="rId5">
              <a:alphaModFix/>
            </a:blip>
            <a:srcRect b="0" l="0" r="0" t="0"/>
            <a:stretch/>
          </p:blipFill>
          <p:spPr>
            <a:xfrm>
              <a:off x="7210805" y="4564306"/>
              <a:ext cx="2754985" cy="2754985"/>
            </a:xfrm>
            <a:prstGeom prst="rect">
              <a:avLst/>
            </a:prstGeom>
            <a:noFill/>
            <a:ln>
              <a:noFill/>
            </a:ln>
          </p:spPr>
        </p:pic>
        <p:pic>
          <p:nvPicPr>
            <p:cNvPr id="672" name="Google Shape;672;g363b7f3fb40_0_55"/>
            <p:cNvPicPr preferRelativeResize="0"/>
            <p:nvPr/>
          </p:nvPicPr>
          <p:blipFill rotWithShape="1">
            <a:blip r:embed="rId6">
              <a:alphaModFix/>
            </a:blip>
            <a:srcRect b="0" l="0" r="0" t="0"/>
            <a:stretch/>
          </p:blipFill>
          <p:spPr>
            <a:xfrm>
              <a:off x="8769593" y="5973594"/>
              <a:ext cx="1345695" cy="1345695"/>
            </a:xfrm>
            <a:prstGeom prst="rect">
              <a:avLst/>
            </a:prstGeom>
            <a:noFill/>
            <a:ln>
              <a:noFill/>
            </a:ln>
          </p:spPr>
        </p:pic>
      </p:grpSp>
      <p:sp>
        <p:nvSpPr>
          <p:cNvPr id="673" name="Google Shape;673;g363b7f3fb40_0_55"/>
          <p:cNvSpPr/>
          <p:nvPr/>
        </p:nvSpPr>
        <p:spPr>
          <a:xfrm>
            <a:off x="2585240" y="3167911"/>
            <a:ext cx="7848900" cy="7682700"/>
          </a:xfrm>
          <a:prstGeom prst="rect">
            <a:avLst/>
          </a:prstGeom>
          <a:solidFill>
            <a:srgbClr val="FFFFFF">
              <a:alpha val="6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4" name="Google Shape;674;g363b7f3fb40_0_55"/>
          <p:cNvSpPr txBox="1"/>
          <p:nvPr/>
        </p:nvSpPr>
        <p:spPr>
          <a:xfrm>
            <a:off x="3501121" y="5258733"/>
            <a:ext cx="6017100" cy="1939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4000"/>
              <a:buFont typeface="Roboto"/>
              <a:buNone/>
            </a:pPr>
            <a:r>
              <a:rPr b="1" i="0" lang="es-MX" sz="4000" u="none" cap="none" strike="noStrike">
                <a:solidFill>
                  <a:srgbClr val="C00000"/>
                </a:solidFill>
                <a:latin typeface="Roboto"/>
                <a:ea typeface="Roboto"/>
                <a:cs typeface="Roboto"/>
                <a:sym typeface="Roboto"/>
              </a:rPr>
              <a:t>SOLUCIÓN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4000"/>
              <a:buFont typeface="Calibri"/>
              <a:buNone/>
            </a:pPr>
            <a:r>
              <a:t/>
            </a:r>
            <a:endParaRPr b="1" i="0" sz="4000" u="none" cap="none" strike="noStrike">
              <a:solidFill>
                <a:srgbClr val="C00000"/>
              </a:solidFill>
              <a:latin typeface="Roboto"/>
              <a:ea typeface="Roboto"/>
              <a:cs typeface="Roboto"/>
              <a:sym typeface="Roboto"/>
            </a:endParaRPr>
          </a:p>
          <a:p>
            <a:pPr indent="0" lvl="0" marL="0" marR="0" rtl="0" algn="ctr">
              <a:lnSpc>
                <a:spcPct val="100000"/>
              </a:lnSpc>
              <a:spcBef>
                <a:spcPts val="0"/>
              </a:spcBef>
              <a:spcAft>
                <a:spcPts val="0"/>
              </a:spcAft>
              <a:buClr>
                <a:srgbClr val="C00000"/>
              </a:buClr>
              <a:buSzPts val="4000"/>
              <a:buFont typeface="Roboto"/>
              <a:buNone/>
            </a:pPr>
            <a:r>
              <a:rPr b="1" i="0" lang="es-MX" sz="4000" u="none" cap="none" strike="noStrike">
                <a:solidFill>
                  <a:srgbClr val="C00000"/>
                </a:solidFill>
                <a:latin typeface="Roboto"/>
                <a:ea typeface="Roboto"/>
                <a:cs typeface="Roboto"/>
                <a:sym typeface="Roboto"/>
              </a:rPr>
              <a:t>SQL</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7">
                                            <p:txEl>
                                              <p:pRg end="0" st="0"/>
                                            </p:txEl>
                                          </p:spTgt>
                                        </p:tgtEl>
                                        <p:attrNameLst>
                                          <p:attrName>style.visibility</p:attrName>
                                        </p:attrNameLst>
                                      </p:cBhvr>
                                      <p:to>
                                        <p:strVal val="visible"/>
                                      </p:to>
                                    </p:set>
                                    <p:animEffect filter="fade" transition="in">
                                      <p:cBhvr>
                                        <p:cTn dur="500"/>
                                        <p:tgtEl>
                                          <p:spTgt spid="6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7">
                                            <p:txEl>
                                              <p:pRg end="1" st="1"/>
                                            </p:txEl>
                                          </p:spTgt>
                                        </p:tgtEl>
                                        <p:attrNameLst>
                                          <p:attrName>style.visibility</p:attrName>
                                        </p:attrNameLst>
                                      </p:cBhvr>
                                      <p:to>
                                        <p:strVal val="visible"/>
                                      </p:to>
                                    </p:set>
                                    <p:animEffect filter="fade" transition="in">
                                      <p:cBhvr>
                                        <p:cTn dur="500"/>
                                        <p:tgtEl>
                                          <p:spTgt spid="6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7">
                                            <p:txEl>
                                              <p:pRg end="2" st="2"/>
                                            </p:txEl>
                                          </p:spTgt>
                                        </p:tgtEl>
                                        <p:attrNameLst>
                                          <p:attrName>style.visibility</p:attrName>
                                        </p:attrNameLst>
                                      </p:cBhvr>
                                      <p:to>
                                        <p:strVal val="visible"/>
                                      </p:to>
                                    </p:set>
                                    <p:animEffect filter="fade" transition="in">
                                      <p:cBhvr>
                                        <p:cTn dur="500"/>
                                        <p:tgtEl>
                                          <p:spTgt spid="66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7">
                                            <p:txEl>
                                              <p:pRg end="3" st="3"/>
                                            </p:txEl>
                                          </p:spTgt>
                                        </p:tgtEl>
                                        <p:attrNameLst>
                                          <p:attrName>style.visibility</p:attrName>
                                        </p:attrNameLst>
                                      </p:cBhvr>
                                      <p:to>
                                        <p:strVal val="visible"/>
                                      </p:to>
                                    </p:set>
                                    <p:animEffect filter="fade" transition="in">
                                      <p:cBhvr>
                                        <p:cTn dur="500"/>
                                        <p:tgtEl>
                                          <p:spTgt spid="66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7">
                                            <p:txEl>
                                              <p:pRg end="4" st="4"/>
                                            </p:txEl>
                                          </p:spTgt>
                                        </p:tgtEl>
                                        <p:attrNameLst>
                                          <p:attrName>style.visibility</p:attrName>
                                        </p:attrNameLst>
                                      </p:cBhvr>
                                      <p:to>
                                        <p:strVal val="visible"/>
                                      </p:to>
                                    </p:set>
                                    <p:animEffect filter="fade" transition="in">
                                      <p:cBhvr>
                                        <p:cTn dur="500"/>
                                        <p:tgtEl>
                                          <p:spTgt spid="66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7">
                                            <p:txEl>
                                              <p:pRg end="5" st="5"/>
                                            </p:txEl>
                                          </p:spTgt>
                                        </p:tgtEl>
                                        <p:attrNameLst>
                                          <p:attrName>style.visibility</p:attrName>
                                        </p:attrNameLst>
                                      </p:cBhvr>
                                      <p:to>
                                        <p:strVal val="visible"/>
                                      </p:to>
                                    </p:set>
                                    <p:animEffect filter="fade" transition="in">
                                      <p:cBhvr>
                                        <p:cTn dur="500"/>
                                        <p:tgtEl>
                                          <p:spTgt spid="66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7">
                                            <p:txEl>
                                              <p:pRg end="6" st="6"/>
                                            </p:txEl>
                                          </p:spTgt>
                                        </p:tgtEl>
                                        <p:attrNameLst>
                                          <p:attrName>style.visibility</p:attrName>
                                        </p:attrNameLst>
                                      </p:cBhvr>
                                      <p:to>
                                        <p:strVal val="visible"/>
                                      </p:to>
                                    </p:set>
                                    <p:animEffect filter="fade" transition="in">
                                      <p:cBhvr>
                                        <p:cTn dur="500"/>
                                        <p:tgtEl>
                                          <p:spTgt spid="66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7">
                                            <p:txEl>
                                              <p:pRg end="7" st="7"/>
                                            </p:txEl>
                                          </p:spTgt>
                                        </p:tgtEl>
                                        <p:attrNameLst>
                                          <p:attrName>style.visibility</p:attrName>
                                        </p:attrNameLst>
                                      </p:cBhvr>
                                      <p:to>
                                        <p:strVal val="visible"/>
                                      </p:to>
                                    </p:set>
                                    <p:animEffect filter="fade" transition="in">
                                      <p:cBhvr>
                                        <p:cTn dur="500"/>
                                        <p:tgtEl>
                                          <p:spTgt spid="66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7">
                                            <p:txEl>
                                              <p:pRg end="8" st="8"/>
                                            </p:txEl>
                                          </p:spTgt>
                                        </p:tgtEl>
                                        <p:attrNameLst>
                                          <p:attrName>style.visibility</p:attrName>
                                        </p:attrNameLst>
                                      </p:cBhvr>
                                      <p:to>
                                        <p:strVal val="visible"/>
                                      </p:to>
                                    </p:set>
                                    <p:animEffect filter="fade" transition="in">
                                      <p:cBhvr>
                                        <p:cTn dur="500"/>
                                        <p:tgtEl>
                                          <p:spTgt spid="66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gtEl>
                                        <p:attrNameLst>
                                          <p:attrName>style.visibility</p:attrName>
                                        </p:attrNameLst>
                                      </p:cBhvr>
                                      <p:to>
                                        <p:strVal val="visible"/>
                                      </p:to>
                                    </p:set>
                                    <p:animEffect filter="fade" transition="in">
                                      <p:cBhvr>
                                        <p:cTn dur="500"/>
                                        <p:tgtEl>
                                          <p:spTgt spid="6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4"/>
                                        </p:tgtEl>
                                        <p:attrNameLst>
                                          <p:attrName>style.visibility</p:attrName>
                                        </p:attrNameLst>
                                      </p:cBhvr>
                                      <p:to>
                                        <p:strVal val="visible"/>
                                      </p:to>
                                    </p:set>
                                    <p:animEffect filter="fade" transition="in">
                                      <p:cBhvr>
                                        <p:cTn dur="500"/>
                                        <p:tgtEl>
                                          <p:spTgt spid="6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12"/>
          <p:cNvSpPr txBox="1"/>
          <p:nvPr>
            <p:ph idx="4294967295" type="title"/>
          </p:nvPr>
        </p:nvSpPr>
        <p:spPr>
          <a:xfrm>
            <a:off x="1765006" y="1789113"/>
            <a:ext cx="20342904" cy="22860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8000"/>
              <a:buFont typeface="Calibri"/>
              <a:buNone/>
            </a:pPr>
            <a:r>
              <a:rPr lang="es-MX">
                <a:latin typeface="Roboto"/>
                <a:ea typeface="Roboto"/>
                <a:cs typeface="Roboto"/>
                <a:sym typeface="Roboto"/>
              </a:rPr>
              <a:t>ESCALABILIDAD VERTICAL VS. HORIZONTAL</a:t>
            </a:r>
            <a:endParaRPr>
              <a:latin typeface="Roboto"/>
              <a:ea typeface="Roboto"/>
              <a:cs typeface="Roboto"/>
              <a:sym typeface="Roboto"/>
            </a:endParaRPr>
          </a:p>
        </p:txBody>
      </p:sp>
      <p:sp>
        <p:nvSpPr>
          <p:cNvPr descr="mediana" id="681" name="Google Shape;681;p12"/>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682" name="Google Shape;682;p12"/>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83" name="Google Shape;683;p12"/>
          <p:cNvSpPr txBox="1"/>
          <p:nvPr/>
        </p:nvSpPr>
        <p:spPr>
          <a:xfrm>
            <a:off x="1878058" y="4803170"/>
            <a:ext cx="20116799" cy="7360476"/>
          </a:xfrm>
          <a:prstGeom prst="rect">
            <a:avLst/>
          </a:prstGeom>
          <a:noFill/>
          <a:ln>
            <a:noFill/>
          </a:ln>
        </p:spPr>
        <p:txBody>
          <a:bodyPr anchorCtr="0" anchor="t" bIns="91425" lIns="182875" spcFirstLastPara="1" rIns="182875" wrap="square" tIns="91425">
            <a:noAutofit/>
          </a:bodyPr>
          <a:lstStyle/>
          <a:p>
            <a:pPr indent="0" lvl="0" marL="0" marR="0" rtl="0" algn="just">
              <a:lnSpc>
                <a:spcPct val="100000"/>
              </a:lnSpc>
              <a:spcBef>
                <a:spcPts val="0"/>
              </a:spcBef>
              <a:spcAft>
                <a:spcPts val="0"/>
              </a:spcAft>
              <a:buClr>
                <a:schemeClr val="dk1"/>
              </a:buClr>
              <a:buSzPts val="4000"/>
              <a:buFont typeface="Arial"/>
              <a:buNone/>
            </a:pPr>
            <a:r>
              <a:rPr b="0" i="0" lang="es-MX" sz="4000" u="none" cap="none" strike="noStrike">
                <a:solidFill>
                  <a:schemeClr val="dk1"/>
                </a:solidFill>
                <a:latin typeface="Lato"/>
                <a:ea typeface="Lato"/>
                <a:cs typeface="Lato"/>
                <a:sym typeface="Lato"/>
              </a:rPr>
              <a:t>SQL escala mejor </a:t>
            </a:r>
            <a:r>
              <a:rPr b="1" i="0" lang="es-MX" sz="4000" u="none" cap="none" strike="noStrike">
                <a:solidFill>
                  <a:schemeClr val="dk1"/>
                </a:solidFill>
                <a:latin typeface="Lato"/>
                <a:ea typeface="Lato"/>
                <a:cs typeface="Lato"/>
                <a:sym typeface="Lato"/>
              </a:rPr>
              <a:t>verticalmente</a:t>
            </a:r>
            <a:r>
              <a:rPr b="0" i="0" lang="es-MX" sz="4000" u="none" cap="none" strike="noStrike">
                <a:solidFill>
                  <a:schemeClr val="dk1"/>
                </a:solidFill>
                <a:latin typeface="Lato"/>
                <a:ea typeface="Lato"/>
                <a:cs typeface="Lato"/>
                <a:sym typeface="Lato"/>
              </a:rPr>
              <a:t> (mejor hardware en un solo servidor) y manejar la escalabilidad horizontal (sharding) es complejo. </a:t>
            </a:r>
            <a:endParaRPr b="0" i="0" sz="4000" u="none" cap="none" strike="noStrike">
              <a:solidFill>
                <a:schemeClr val="dk1"/>
              </a:solidFill>
              <a:latin typeface="Lato"/>
              <a:ea typeface="Lato"/>
              <a:cs typeface="Lato"/>
              <a:sym typeface="Lato"/>
            </a:endParaRPr>
          </a:p>
          <a:p>
            <a:pPr indent="0" lvl="0" marL="0" marR="0" rtl="0" algn="just">
              <a:lnSpc>
                <a:spcPct val="100000"/>
              </a:lnSpc>
              <a:spcBef>
                <a:spcPts val="2000"/>
              </a:spcBef>
              <a:spcAft>
                <a:spcPts val="0"/>
              </a:spcAft>
              <a:buClr>
                <a:schemeClr val="dk1"/>
              </a:buClr>
              <a:buSzPts val="4000"/>
              <a:buFont typeface="Arial"/>
              <a:buNone/>
            </a:pPr>
            <a:r>
              <a:rPr b="0" i="0" lang="es-MX" sz="4000" u="none" cap="none" strike="noStrike">
                <a:solidFill>
                  <a:schemeClr val="dk1"/>
                </a:solidFill>
                <a:latin typeface="Lato"/>
                <a:ea typeface="Lato"/>
                <a:cs typeface="Lato"/>
                <a:sym typeface="Lato"/>
              </a:rPr>
              <a:t>Muchas NoSQL fueron diseñadas para escalar </a:t>
            </a:r>
            <a:r>
              <a:rPr b="1" i="0" lang="es-MX" sz="4000" u="none" cap="none" strike="noStrike">
                <a:solidFill>
                  <a:schemeClr val="dk1"/>
                </a:solidFill>
                <a:latin typeface="Lato"/>
                <a:ea typeface="Lato"/>
                <a:cs typeface="Lato"/>
                <a:sym typeface="Lato"/>
              </a:rPr>
              <a:t>horizontalmente</a:t>
            </a:r>
            <a:r>
              <a:rPr b="0" i="0" lang="es-MX" sz="4000" u="none" cap="none" strike="noStrike">
                <a:solidFill>
                  <a:schemeClr val="dk1"/>
                </a:solidFill>
                <a:latin typeface="Lato"/>
                <a:ea typeface="Lato"/>
                <a:cs typeface="Lato"/>
                <a:sym typeface="Lato"/>
              </a:rPr>
              <a:t> de forma sencilla, distribuyendo datos en múltiples nodos/servidores. Esto las hace ideales para grandes volúmenes de datos y altísimas cargas concurrentes.</a:t>
            </a:r>
            <a:endParaRPr b="0" i="0" sz="4000" u="none" cap="none" strike="noStrike">
              <a:solidFill>
                <a:schemeClr val="dk1"/>
              </a:solidFill>
              <a:latin typeface="Lato"/>
              <a:ea typeface="Lato"/>
              <a:cs typeface="Lato"/>
              <a:sym typeface="Lato"/>
            </a:endParaRPr>
          </a:p>
          <a:p>
            <a:pPr indent="0" lvl="0" marL="0" marR="0" rtl="0" algn="just">
              <a:lnSpc>
                <a:spcPct val="100000"/>
              </a:lnSpc>
              <a:spcBef>
                <a:spcPts val="2000"/>
              </a:spcBef>
              <a:spcAft>
                <a:spcPts val="1200"/>
              </a:spcAft>
              <a:buClr>
                <a:schemeClr val="dk1"/>
              </a:buClr>
              <a:buSzPts val="4000"/>
              <a:buFont typeface="Arial"/>
              <a:buNone/>
            </a:pPr>
            <a:r>
              <a:rPr b="0" i="0" lang="es-MX" sz="4000" u="none" cap="none" strike="noStrike">
                <a:solidFill>
                  <a:schemeClr val="dk1"/>
                </a:solidFill>
                <a:latin typeface="Lato"/>
                <a:ea typeface="Lato"/>
                <a:cs typeface="Lato"/>
                <a:sym typeface="Lato"/>
              </a:rPr>
              <a:t>Por ejemplo, Firebase Firestore manejan automáticamente la distribución de datos en clusters. SQL puede escalar horizontalmente también, pero con mayor dificultad. En la práctica, </a:t>
            </a:r>
            <a:r>
              <a:rPr b="1" i="0" lang="es-MX" sz="4000" u="none" cap="none" strike="noStrike">
                <a:solidFill>
                  <a:schemeClr val="dk1"/>
                </a:solidFill>
                <a:latin typeface="Lato"/>
                <a:ea typeface="Lato"/>
                <a:cs typeface="Lato"/>
                <a:sym typeface="Lato"/>
              </a:rPr>
              <a:t>NoSQL suele ser preferido cuando se requiere escalar a tamaños web masivos o throughput muy alto</a:t>
            </a:r>
            <a:endParaRPr b="0" i="0" sz="4000" u="none" cap="none" strike="noStrike">
              <a:solidFill>
                <a:schemeClr val="dk1"/>
              </a:solidFill>
              <a:latin typeface="Lato"/>
              <a:ea typeface="Lato"/>
              <a:cs typeface="Lato"/>
              <a:sym typeface="La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13"/>
          <p:cNvSpPr txBox="1"/>
          <p:nvPr>
            <p:ph idx="4294967295" type="title"/>
          </p:nvPr>
        </p:nvSpPr>
        <p:spPr>
          <a:xfrm>
            <a:off x="2016642" y="682083"/>
            <a:ext cx="20350716" cy="263075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8000"/>
              <a:buFont typeface="Calibri"/>
              <a:buNone/>
            </a:pPr>
            <a:r>
              <a:rPr lang="es-MX">
                <a:latin typeface="Roboto"/>
                <a:ea typeface="Roboto"/>
                <a:cs typeface="Roboto"/>
                <a:sym typeface="Roboto"/>
              </a:rPr>
              <a:t>EN RESUMEN</a:t>
            </a:r>
            <a:endParaRPr b="1">
              <a:latin typeface="Roboto"/>
              <a:ea typeface="Roboto"/>
              <a:cs typeface="Roboto"/>
              <a:sym typeface="Roboto"/>
            </a:endParaRPr>
          </a:p>
        </p:txBody>
      </p:sp>
      <p:sp>
        <p:nvSpPr>
          <p:cNvPr descr="mediana" id="690" name="Google Shape;690;p13"/>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691" name="Google Shape;691;p13"/>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692" name="Google Shape;692;p13"/>
          <p:cNvSpPr txBox="1"/>
          <p:nvPr/>
        </p:nvSpPr>
        <p:spPr>
          <a:xfrm>
            <a:off x="3398776" y="3922441"/>
            <a:ext cx="17586448" cy="6480718"/>
          </a:xfrm>
          <a:prstGeom prst="rect">
            <a:avLst/>
          </a:prstGeom>
          <a:noFill/>
          <a:ln>
            <a:noFill/>
          </a:ln>
        </p:spPr>
        <p:txBody>
          <a:bodyPr anchorCtr="0" anchor="t" bIns="91425" lIns="182875" spcFirstLastPara="1" rIns="182875" wrap="square" tIns="91425">
            <a:noAutofit/>
          </a:bodyPr>
          <a:lstStyle/>
          <a:p>
            <a:pPr indent="-571500" lvl="0" marL="571500" marR="0" rtl="0" algn="just">
              <a:lnSpc>
                <a:spcPct val="100000"/>
              </a:lnSpc>
              <a:spcBef>
                <a:spcPts val="0"/>
              </a:spcBef>
              <a:spcAft>
                <a:spcPts val="0"/>
              </a:spcAft>
              <a:buClr>
                <a:schemeClr val="dk1"/>
              </a:buClr>
              <a:buSzPts val="4000"/>
              <a:buFont typeface="Arial"/>
              <a:buChar char="•"/>
            </a:pPr>
            <a:r>
              <a:rPr b="0" i="0" lang="es-MX" sz="4000" u="none" cap="none" strike="noStrike">
                <a:solidFill>
                  <a:schemeClr val="dk1"/>
                </a:solidFill>
                <a:latin typeface="Arial"/>
                <a:ea typeface="Arial"/>
                <a:cs typeface="Arial"/>
                <a:sym typeface="Arial"/>
              </a:rPr>
              <a:t>Las bases relacionales aportan una estructura ordenada, </a:t>
            </a:r>
            <a:r>
              <a:rPr b="1" i="0" lang="es-MX" sz="4000" u="none" cap="none" strike="noStrike">
                <a:solidFill>
                  <a:schemeClr val="dk1"/>
                </a:solidFill>
                <a:latin typeface="Arial"/>
                <a:ea typeface="Arial"/>
                <a:cs typeface="Arial"/>
                <a:sym typeface="Arial"/>
              </a:rPr>
              <a:t>fiable y robusta</a:t>
            </a:r>
            <a:r>
              <a:rPr b="0" i="0" lang="es-MX" sz="4000" u="none" cap="none" strike="noStrike">
                <a:solidFill>
                  <a:schemeClr val="dk1"/>
                </a:solidFill>
                <a:latin typeface="Arial"/>
                <a:ea typeface="Arial"/>
                <a:cs typeface="Arial"/>
                <a:sym typeface="Arial"/>
              </a:rPr>
              <a:t> (datos muy consistentes, transacciones seguras), ideales para datos altamente estructurados y escenarios transaccionales complejos.</a:t>
            </a:r>
            <a:endParaRPr b="0" i="0" sz="4000" u="none" cap="none" strike="noStrike">
              <a:solidFill>
                <a:schemeClr val="dk1"/>
              </a:solidFill>
              <a:latin typeface="Arial"/>
              <a:ea typeface="Arial"/>
              <a:cs typeface="Arial"/>
              <a:sym typeface="Arial"/>
            </a:endParaRPr>
          </a:p>
          <a:p>
            <a:pPr indent="-571500" lvl="0" marL="571500" marR="0" rtl="0" algn="just">
              <a:lnSpc>
                <a:spcPct val="100000"/>
              </a:lnSpc>
              <a:spcBef>
                <a:spcPts val="2000"/>
              </a:spcBef>
              <a:spcAft>
                <a:spcPts val="0"/>
              </a:spcAft>
              <a:buClr>
                <a:schemeClr val="dk1"/>
              </a:buClr>
              <a:buSzPts val="4000"/>
              <a:buFont typeface="Arial"/>
              <a:buChar char="•"/>
            </a:pPr>
            <a:r>
              <a:rPr b="0" i="0" lang="es-MX" sz="4000" u="none" cap="none" strike="noStrike">
                <a:solidFill>
                  <a:schemeClr val="dk1"/>
                </a:solidFill>
                <a:latin typeface="Arial"/>
                <a:ea typeface="Arial"/>
                <a:cs typeface="Arial"/>
                <a:sym typeface="Arial"/>
              </a:rPr>
              <a:t>En contraste, las NoSQL aportan </a:t>
            </a:r>
            <a:r>
              <a:rPr b="1" i="0" lang="es-MX" sz="4000" u="none" cap="none" strike="noStrike">
                <a:solidFill>
                  <a:schemeClr val="dk1"/>
                </a:solidFill>
                <a:latin typeface="Arial"/>
                <a:ea typeface="Arial"/>
                <a:cs typeface="Arial"/>
                <a:sym typeface="Arial"/>
              </a:rPr>
              <a:t>flexibilidad, velocidad y escalabilidad</a:t>
            </a:r>
            <a:r>
              <a:rPr b="0" i="0" lang="es-MX" sz="4000" u="none" cap="none" strike="noStrike">
                <a:solidFill>
                  <a:schemeClr val="dk1"/>
                </a:solidFill>
                <a:latin typeface="Arial"/>
                <a:ea typeface="Arial"/>
                <a:cs typeface="Arial"/>
                <a:sym typeface="Arial"/>
              </a:rPr>
              <a:t>, ideales para datos variados o cambiantes, y grandes volúmenes en tiempo real.</a:t>
            </a:r>
            <a:endParaRPr b="0" i="0" sz="4000" u="none" cap="none" strike="noStrike">
              <a:solidFill>
                <a:schemeClr val="dk1"/>
              </a:solidFill>
              <a:latin typeface="Arial"/>
              <a:ea typeface="Arial"/>
              <a:cs typeface="Arial"/>
              <a:sym typeface="Arial"/>
            </a:endParaRPr>
          </a:p>
          <a:p>
            <a:pPr indent="-571500" lvl="0" marL="571500" marR="0" rtl="0" algn="just">
              <a:lnSpc>
                <a:spcPct val="100000"/>
              </a:lnSpc>
              <a:spcBef>
                <a:spcPts val="2000"/>
              </a:spcBef>
              <a:spcAft>
                <a:spcPts val="1200"/>
              </a:spcAft>
              <a:buClr>
                <a:schemeClr val="dk1"/>
              </a:buClr>
              <a:buSzPts val="4000"/>
              <a:buFont typeface="Arial"/>
              <a:buChar char="•"/>
            </a:pPr>
            <a:r>
              <a:rPr b="0" i="0" lang="es-MX" sz="4000" u="none" cap="none" strike="noStrike">
                <a:solidFill>
                  <a:schemeClr val="dk1"/>
                </a:solidFill>
                <a:latin typeface="Arial"/>
                <a:ea typeface="Arial"/>
                <a:cs typeface="Arial"/>
                <a:sym typeface="Arial"/>
              </a:rPr>
              <a:t>No hay una tecnología “mejor” que la otra, sino que </a:t>
            </a:r>
            <a:r>
              <a:rPr b="1" i="0" lang="es-MX" sz="4000" u="none" cap="none" strike="noStrike">
                <a:solidFill>
                  <a:schemeClr val="dk1"/>
                </a:solidFill>
                <a:latin typeface="Arial"/>
                <a:ea typeface="Arial"/>
                <a:cs typeface="Arial"/>
                <a:sym typeface="Arial"/>
              </a:rPr>
              <a:t>cada modelo tiene sus casos de uso apropiados</a:t>
            </a:r>
            <a:endParaRPr b="0" i="0" sz="4000" u="none" cap="none" strike="noStrike">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14"/>
          <p:cNvSpPr txBox="1"/>
          <p:nvPr>
            <p:ph idx="4294967295" type="title"/>
          </p:nvPr>
        </p:nvSpPr>
        <p:spPr>
          <a:xfrm>
            <a:off x="1676400" y="3592004"/>
            <a:ext cx="21031200" cy="57054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8800"/>
              <a:buFont typeface="Calibri"/>
              <a:buNone/>
            </a:pPr>
            <a:r>
              <a:rPr lang="es-MX" sz="11500">
                <a:latin typeface="Roboto"/>
                <a:ea typeface="Roboto"/>
                <a:cs typeface="Roboto"/>
                <a:sym typeface="Roboto"/>
              </a:rPr>
              <a:t>¿EN QUÉ CASOS CONVIENE USAR NoSQL?</a:t>
            </a:r>
            <a:endParaRPr b="1" sz="11500">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15"/>
          <p:cNvSpPr txBox="1"/>
          <p:nvPr>
            <p:ph idx="4294967295" type="title"/>
          </p:nvPr>
        </p:nvSpPr>
        <p:spPr>
          <a:xfrm>
            <a:off x="1658679" y="1183759"/>
            <a:ext cx="20499571" cy="277155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8000"/>
              <a:buFont typeface="Calibri"/>
              <a:buNone/>
            </a:pPr>
            <a:r>
              <a:rPr lang="es-MX">
                <a:latin typeface="Roboto"/>
                <a:ea typeface="Roboto"/>
                <a:cs typeface="Roboto"/>
                <a:sym typeface="Roboto"/>
              </a:rPr>
              <a:t>APLICACIONES CON DATOS MASIVOS O BIG DATA</a:t>
            </a:r>
            <a:endParaRPr>
              <a:latin typeface="Roboto"/>
              <a:ea typeface="Roboto"/>
              <a:cs typeface="Roboto"/>
              <a:sym typeface="Roboto"/>
            </a:endParaRPr>
          </a:p>
        </p:txBody>
      </p:sp>
      <p:sp>
        <p:nvSpPr>
          <p:cNvPr descr="mediana" id="705" name="Google Shape;705;p15"/>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706" name="Google Shape;706;p15"/>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707" name="Google Shape;707;p15"/>
          <p:cNvSpPr txBox="1"/>
          <p:nvPr/>
        </p:nvSpPr>
        <p:spPr>
          <a:xfrm>
            <a:off x="1658679" y="4335339"/>
            <a:ext cx="20499570" cy="4362094"/>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chemeClr val="dk1"/>
              </a:buClr>
              <a:buSzPts val="4000"/>
              <a:buFont typeface="Arial"/>
              <a:buNone/>
            </a:pPr>
            <a:r>
              <a:rPr b="0" i="0" lang="es-MX" sz="4000" u="none" cap="none" strike="noStrike">
                <a:solidFill>
                  <a:schemeClr val="dk1"/>
                </a:solidFill>
                <a:latin typeface="Arial"/>
                <a:ea typeface="Arial"/>
                <a:cs typeface="Arial"/>
                <a:sym typeface="Arial"/>
              </a:rPr>
              <a:t>Si manejas volúmenes de datos enormes o en rápido crecimiento (millones de registros diarios, flujos de datos continuos), las NoSQL suelen ser más adecuadas.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chemeClr val="dk1"/>
              </a:buClr>
              <a:buSzPts val="4000"/>
              <a:buFont typeface="Arial"/>
              <a:buNone/>
            </a:pPr>
            <a:r>
              <a:t/>
            </a:r>
            <a:endParaRPr b="0" i="0" sz="40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0"/>
              </a:spcAft>
              <a:buClr>
                <a:schemeClr val="dk1"/>
              </a:buClr>
              <a:buSzPts val="4000"/>
              <a:buFont typeface="Arial"/>
              <a:buNone/>
            </a:pPr>
            <a:r>
              <a:rPr b="0" i="0" lang="es-MX" sz="4000" u="none" cap="none" strike="noStrike">
                <a:solidFill>
                  <a:schemeClr val="dk1"/>
                </a:solidFill>
                <a:latin typeface="Arial"/>
                <a:ea typeface="Arial"/>
                <a:cs typeface="Arial"/>
                <a:sym typeface="Arial"/>
              </a:rPr>
              <a:t>Por ejemplo, sistemas de analítica en tiempo real, sensores IoT recopilando datos constantemente, logging masivo, etc., se benefician de la escalabilidad horizontal y escrituras rápidas de NoSQL</a:t>
            </a:r>
            <a:endParaRPr b="0" i="0" sz="4000" u="none" cap="none" strike="noStrike">
              <a:solidFill>
                <a:schemeClr val="dk1"/>
              </a:solidFill>
              <a:latin typeface="Arial"/>
              <a:ea typeface="Arial"/>
              <a:cs typeface="Arial"/>
              <a:sym typeface="Arial"/>
            </a:endParaRPr>
          </a:p>
        </p:txBody>
      </p:sp>
      <p:pic>
        <p:nvPicPr>
          <p:cNvPr id="708" name="Google Shape;708;p15"/>
          <p:cNvPicPr preferRelativeResize="0"/>
          <p:nvPr/>
        </p:nvPicPr>
        <p:blipFill rotWithShape="1">
          <a:blip r:embed="rId3">
            <a:alphaModFix/>
          </a:blip>
          <a:srcRect b="0" l="0" r="0" t="0"/>
          <a:stretch/>
        </p:blipFill>
        <p:spPr>
          <a:xfrm>
            <a:off x="20623615" y="9760688"/>
            <a:ext cx="3069268" cy="306926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16"/>
          <p:cNvSpPr txBox="1"/>
          <p:nvPr>
            <p:ph idx="4294967295" type="title"/>
          </p:nvPr>
        </p:nvSpPr>
        <p:spPr>
          <a:xfrm>
            <a:off x="1261396" y="856029"/>
            <a:ext cx="20910310" cy="295890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8000"/>
              <a:buFont typeface="Calibri"/>
              <a:buNone/>
            </a:pPr>
            <a:r>
              <a:rPr lang="es-MX">
                <a:latin typeface="Roboto"/>
                <a:ea typeface="Roboto"/>
                <a:cs typeface="Roboto"/>
                <a:sym typeface="Roboto"/>
              </a:rPr>
              <a:t>APLICACIONES EN </a:t>
            </a:r>
            <a:r>
              <a:rPr i="1" lang="es-MX">
                <a:latin typeface="Roboto"/>
                <a:ea typeface="Roboto"/>
                <a:cs typeface="Roboto"/>
                <a:sym typeface="Roboto"/>
              </a:rPr>
              <a:t>TIEMPO REAL</a:t>
            </a:r>
            <a:r>
              <a:rPr lang="es-MX">
                <a:latin typeface="Roboto"/>
                <a:ea typeface="Roboto"/>
                <a:cs typeface="Roboto"/>
                <a:sym typeface="Roboto"/>
              </a:rPr>
              <a:t> CON ALTA CONCURRENCIA</a:t>
            </a:r>
            <a:endParaRPr b="1">
              <a:latin typeface="Roboto"/>
              <a:ea typeface="Roboto"/>
              <a:cs typeface="Roboto"/>
              <a:sym typeface="Roboto"/>
            </a:endParaRPr>
          </a:p>
        </p:txBody>
      </p:sp>
      <p:sp>
        <p:nvSpPr>
          <p:cNvPr descr="mediana" id="715" name="Google Shape;715;p16"/>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716" name="Google Shape;716;p16"/>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717" name="Google Shape;717;p16"/>
          <p:cNvSpPr txBox="1"/>
          <p:nvPr/>
        </p:nvSpPr>
        <p:spPr>
          <a:xfrm>
            <a:off x="5826642" y="3514516"/>
            <a:ext cx="16345064" cy="7296568"/>
          </a:xfrm>
          <a:prstGeom prst="rect">
            <a:avLst/>
          </a:prstGeom>
          <a:noFill/>
          <a:ln>
            <a:noFill/>
          </a:ln>
        </p:spPr>
        <p:txBody>
          <a:bodyPr anchorCtr="0" anchor="t" bIns="91425" lIns="182875" spcFirstLastPara="1" rIns="182875" wrap="square" tIns="91425">
            <a:noAutofit/>
          </a:bodyPr>
          <a:lstStyle/>
          <a:p>
            <a:pPr indent="0" lvl="0" marL="0" marR="0" rtl="0" algn="just">
              <a:lnSpc>
                <a:spcPct val="100000"/>
              </a:lnSpc>
              <a:spcBef>
                <a:spcPts val="0"/>
              </a:spcBef>
              <a:spcAft>
                <a:spcPts val="0"/>
              </a:spcAft>
              <a:buClr>
                <a:schemeClr val="dk1"/>
              </a:buClr>
              <a:buSzPts val="4000"/>
              <a:buFont typeface="Arial"/>
              <a:buNone/>
            </a:pPr>
            <a:r>
              <a:rPr b="0" i="0" lang="es-MX" sz="4000" u="none" cap="none" strike="noStrike">
                <a:solidFill>
                  <a:schemeClr val="dk1"/>
                </a:solidFill>
                <a:latin typeface="Lato"/>
                <a:ea typeface="Lato"/>
                <a:cs typeface="Lato"/>
                <a:sym typeface="Lato"/>
              </a:rPr>
              <a:t>Servicios que requieren actualizar/consultar datos con </a:t>
            </a:r>
            <a:r>
              <a:rPr b="1" i="0" lang="es-MX" sz="4000" u="none" cap="none" strike="noStrike">
                <a:solidFill>
                  <a:schemeClr val="dk1"/>
                </a:solidFill>
                <a:latin typeface="Lato"/>
                <a:ea typeface="Lato"/>
                <a:cs typeface="Lato"/>
                <a:sym typeface="Lato"/>
              </a:rPr>
              <a:t>baja latencia y en tiempo real</a:t>
            </a:r>
            <a:r>
              <a:rPr b="0" i="0" lang="es-MX" sz="4000" u="none" cap="none" strike="noStrike">
                <a:solidFill>
                  <a:schemeClr val="dk1"/>
                </a:solidFill>
                <a:latin typeface="Lato"/>
                <a:ea typeface="Lato"/>
                <a:cs typeface="Lato"/>
                <a:sym typeface="Lato"/>
              </a:rPr>
              <a:t> (por ejemplo, sistemas de mensajería instantánea, colaborativos en vivo, videojuegos multijugador, seguimiento en vivo de ubicación) suelen usar NoSQL.</a:t>
            </a:r>
            <a:endParaRPr b="0" i="0" sz="4000" u="none" cap="none" strike="noStrike">
              <a:solidFill>
                <a:schemeClr val="dk1"/>
              </a:solidFill>
              <a:latin typeface="Lato"/>
              <a:ea typeface="Lato"/>
              <a:cs typeface="Lato"/>
              <a:sym typeface="Lato"/>
            </a:endParaRPr>
          </a:p>
          <a:p>
            <a:pPr indent="0" lvl="0" marL="0" marR="0" rtl="0" algn="just">
              <a:lnSpc>
                <a:spcPct val="100000"/>
              </a:lnSpc>
              <a:spcBef>
                <a:spcPts val="2000"/>
              </a:spcBef>
              <a:spcAft>
                <a:spcPts val="0"/>
              </a:spcAft>
              <a:buClr>
                <a:schemeClr val="dk1"/>
              </a:buClr>
              <a:buSzPts val="4000"/>
              <a:buFont typeface="Arial"/>
              <a:buNone/>
            </a:pPr>
            <a:r>
              <a:rPr b="0" i="0" lang="es-MX" sz="4000" u="none" cap="none" strike="noStrike">
                <a:solidFill>
                  <a:schemeClr val="dk1"/>
                </a:solidFill>
                <a:latin typeface="Lato"/>
                <a:ea typeface="Lato"/>
                <a:cs typeface="Lato"/>
                <a:sym typeface="Lato"/>
              </a:rPr>
              <a:t>Muchas bases NoSQL (como Firebase Realtime Database o Redis) ofrecen </a:t>
            </a:r>
            <a:r>
              <a:rPr b="1" i="0" lang="es-MX" sz="4000" u="none" cap="none" strike="noStrike">
                <a:solidFill>
                  <a:schemeClr val="dk1"/>
                </a:solidFill>
                <a:latin typeface="Lato"/>
                <a:ea typeface="Lato"/>
                <a:cs typeface="Lato"/>
                <a:sym typeface="Lato"/>
              </a:rPr>
              <a:t>latencias de milisegundos </a:t>
            </a:r>
            <a:r>
              <a:rPr b="0" i="0" lang="es-MX" sz="4000" u="none" cap="none" strike="noStrike">
                <a:solidFill>
                  <a:schemeClr val="dk1"/>
                </a:solidFill>
                <a:latin typeface="Lato"/>
                <a:ea typeface="Lato"/>
                <a:cs typeface="Lato"/>
                <a:sym typeface="Lato"/>
              </a:rPr>
              <a:t>y la capacidad de enviar actualizaciones en tiempo real a miles de clientes.</a:t>
            </a:r>
            <a:endParaRPr b="0" i="0" sz="4000" u="none" cap="none" strike="noStrike">
              <a:solidFill>
                <a:schemeClr val="dk1"/>
              </a:solidFill>
              <a:latin typeface="Lato"/>
              <a:ea typeface="Lato"/>
              <a:cs typeface="Lato"/>
              <a:sym typeface="Lato"/>
            </a:endParaRPr>
          </a:p>
          <a:p>
            <a:pPr indent="0" lvl="0" marL="0" marR="0" rtl="0" algn="just">
              <a:lnSpc>
                <a:spcPct val="100000"/>
              </a:lnSpc>
              <a:spcBef>
                <a:spcPts val="2000"/>
              </a:spcBef>
              <a:spcAft>
                <a:spcPts val="1200"/>
              </a:spcAft>
              <a:buClr>
                <a:schemeClr val="dk1"/>
              </a:buClr>
              <a:buSzPts val="4000"/>
              <a:buFont typeface="Arial"/>
              <a:buNone/>
            </a:pPr>
            <a:r>
              <a:rPr b="0" i="0" lang="es-MX" sz="4000" u="none" cap="none" strike="noStrike">
                <a:solidFill>
                  <a:schemeClr val="dk1"/>
                </a:solidFill>
                <a:latin typeface="Lato"/>
                <a:ea typeface="Lato"/>
                <a:cs typeface="Lato"/>
                <a:sym typeface="Lato"/>
              </a:rPr>
              <a:t>Esto sería difícil de lograr con una base SQL tradicional sin infraestructura adicional. Las NoSQL están diseñadas para </a:t>
            </a:r>
            <a:r>
              <a:rPr b="1" i="0" lang="es-MX" sz="4000" u="none" cap="none" strike="noStrike">
                <a:solidFill>
                  <a:schemeClr val="dk1"/>
                </a:solidFill>
                <a:latin typeface="Lato"/>
                <a:ea typeface="Lato"/>
                <a:cs typeface="Lato"/>
                <a:sym typeface="Lato"/>
              </a:rPr>
              <a:t>alta disponibilidad, replicación y respuesta rápida bajo alta concurrencia</a:t>
            </a:r>
            <a:endParaRPr b="1" i="0" sz="4000" u="none" cap="none" strike="noStrike">
              <a:solidFill>
                <a:schemeClr val="dk1"/>
              </a:solidFill>
              <a:latin typeface="Lato"/>
              <a:ea typeface="Lato"/>
              <a:cs typeface="Lato"/>
              <a:sym typeface="Lato"/>
            </a:endParaRPr>
          </a:p>
        </p:txBody>
      </p:sp>
      <p:pic>
        <p:nvPicPr>
          <p:cNvPr descr="GIFs de divertido correr | USAGIF.com" id="718" name="Google Shape;718;p16"/>
          <p:cNvPicPr preferRelativeResize="0"/>
          <p:nvPr/>
        </p:nvPicPr>
        <p:blipFill rotWithShape="1">
          <a:blip r:embed="rId3">
            <a:alphaModFix/>
          </a:blip>
          <a:srcRect b="0" l="0" r="0" t="0"/>
          <a:stretch/>
        </p:blipFill>
        <p:spPr>
          <a:xfrm>
            <a:off x="1496039" y="3604549"/>
            <a:ext cx="3726221" cy="2780762"/>
          </a:xfrm>
          <a:prstGeom prst="rect">
            <a:avLst/>
          </a:prstGeom>
          <a:noFill/>
          <a:ln>
            <a:noFill/>
          </a:ln>
        </p:spPr>
      </p:pic>
      <p:pic>
        <p:nvPicPr>
          <p:cNvPr descr="GIFs de divertido correr | USAGIF.com" id="719" name="Google Shape;719;p16"/>
          <p:cNvPicPr preferRelativeResize="0"/>
          <p:nvPr/>
        </p:nvPicPr>
        <p:blipFill rotWithShape="1">
          <a:blip r:embed="rId3">
            <a:alphaModFix/>
          </a:blip>
          <a:srcRect b="0" l="0" r="0" t="0"/>
          <a:stretch/>
        </p:blipFill>
        <p:spPr>
          <a:xfrm>
            <a:off x="1496039" y="6553200"/>
            <a:ext cx="3726221" cy="2780762"/>
          </a:xfrm>
          <a:prstGeom prst="rect">
            <a:avLst/>
          </a:prstGeom>
          <a:noFill/>
          <a:ln>
            <a:noFill/>
          </a:ln>
        </p:spPr>
      </p:pic>
      <p:pic>
        <p:nvPicPr>
          <p:cNvPr descr="GIFs de divertido correr | USAGIF.com" id="720" name="Google Shape;720;p16"/>
          <p:cNvPicPr preferRelativeResize="0"/>
          <p:nvPr/>
        </p:nvPicPr>
        <p:blipFill rotWithShape="1">
          <a:blip r:embed="rId3">
            <a:alphaModFix/>
          </a:blip>
          <a:srcRect b="0" l="0" r="0" t="0"/>
          <a:stretch/>
        </p:blipFill>
        <p:spPr>
          <a:xfrm>
            <a:off x="1496039" y="9501851"/>
            <a:ext cx="3726221" cy="2780762"/>
          </a:xfrm>
          <a:prstGeom prst="rect">
            <a:avLst/>
          </a:prstGeom>
          <a:noFill/>
          <a:ln>
            <a:noFill/>
          </a:ln>
        </p:spPr>
      </p:pic>
      <p:pic>
        <p:nvPicPr>
          <p:cNvPr id="721" name="Google Shape;721;p16"/>
          <p:cNvPicPr preferRelativeResize="0"/>
          <p:nvPr/>
        </p:nvPicPr>
        <p:blipFill rotWithShape="1">
          <a:blip r:embed="rId4">
            <a:alphaModFix/>
          </a:blip>
          <a:srcRect b="0" l="0" r="0" t="0"/>
          <a:stretch/>
        </p:blipFill>
        <p:spPr>
          <a:xfrm>
            <a:off x="20640256" y="10406672"/>
            <a:ext cx="3062899" cy="306289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17"/>
          <p:cNvSpPr txBox="1"/>
          <p:nvPr>
            <p:ph idx="4294967295" type="title"/>
          </p:nvPr>
        </p:nvSpPr>
        <p:spPr>
          <a:xfrm>
            <a:off x="1935126" y="682082"/>
            <a:ext cx="20236580" cy="339303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8000"/>
              <a:buFont typeface="Calibri"/>
              <a:buNone/>
            </a:pPr>
            <a:r>
              <a:rPr lang="es-MX">
                <a:latin typeface="Roboto"/>
                <a:ea typeface="Roboto"/>
                <a:cs typeface="Roboto"/>
                <a:sym typeface="Roboto"/>
              </a:rPr>
              <a:t>DATOS SEMI-ESTRUCTURADOS O HETEROGÉNEOS</a:t>
            </a:r>
            <a:endParaRPr b="1">
              <a:latin typeface="Roboto"/>
              <a:ea typeface="Roboto"/>
              <a:cs typeface="Roboto"/>
              <a:sym typeface="Roboto"/>
            </a:endParaRPr>
          </a:p>
        </p:txBody>
      </p:sp>
      <p:sp>
        <p:nvSpPr>
          <p:cNvPr descr="mediana" id="728" name="Google Shape;728;p17"/>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729" name="Google Shape;729;p17"/>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730" name="Google Shape;730;p17"/>
          <p:cNvSpPr txBox="1"/>
          <p:nvPr/>
        </p:nvSpPr>
        <p:spPr>
          <a:xfrm>
            <a:off x="1935126" y="4420399"/>
            <a:ext cx="20236580" cy="6480718"/>
          </a:xfrm>
          <a:prstGeom prst="rect">
            <a:avLst/>
          </a:prstGeom>
          <a:noFill/>
          <a:ln>
            <a:noFill/>
          </a:ln>
        </p:spPr>
        <p:txBody>
          <a:bodyPr anchorCtr="0" anchor="t" bIns="91425" lIns="182875" spcFirstLastPara="1" rIns="182875" wrap="square" tIns="91425">
            <a:noAutofit/>
          </a:bodyPr>
          <a:lstStyle/>
          <a:p>
            <a:pPr indent="0" lvl="0" marL="0" marR="0" rtl="0" algn="just">
              <a:lnSpc>
                <a:spcPct val="100000"/>
              </a:lnSpc>
              <a:spcBef>
                <a:spcPts val="0"/>
              </a:spcBef>
              <a:spcAft>
                <a:spcPts val="0"/>
              </a:spcAft>
              <a:buClr>
                <a:schemeClr val="dk1"/>
              </a:buClr>
              <a:buSzPts val="4000"/>
              <a:buFont typeface="Arial"/>
              <a:buNone/>
            </a:pPr>
            <a:r>
              <a:rPr b="0" i="0" lang="es-MX" sz="4400" u="none" cap="none" strike="noStrike">
                <a:solidFill>
                  <a:schemeClr val="dk1"/>
                </a:solidFill>
                <a:latin typeface="Lato"/>
                <a:ea typeface="Lato"/>
                <a:cs typeface="Lato"/>
                <a:sym typeface="Lato"/>
              </a:rPr>
              <a:t>Si tus datos no encajan bien en un esquema tabular fijo – por ejemplo documentos con campos variables, registros con anidamientos o formatos diversos (JSON, XML, multimedia, geografías) – una base documental o de grafos NoSQL permite almacenarlos directamente.</a:t>
            </a:r>
            <a:endParaRPr b="0" i="0" sz="4400" u="none" cap="none" strike="noStrike">
              <a:solidFill>
                <a:schemeClr val="dk1"/>
              </a:solidFill>
              <a:latin typeface="Lato"/>
              <a:ea typeface="Lato"/>
              <a:cs typeface="Lato"/>
              <a:sym typeface="Lato"/>
            </a:endParaRPr>
          </a:p>
          <a:p>
            <a:pPr indent="0" lvl="0" marL="0" marR="0" rtl="0" algn="just">
              <a:lnSpc>
                <a:spcPct val="100000"/>
              </a:lnSpc>
              <a:spcBef>
                <a:spcPts val="2000"/>
              </a:spcBef>
              <a:spcAft>
                <a:spcPts val="1200"/>
              </a:spcAft>
              <a:buClr>
                <a:schemeClr val="dk1"/>
              </a:buClr>
              <a:buSzPts val="4000"/>
              <a:buFont typeface="Arial"/>
              <a:buNone/>
            </a:pPr>
            <a:r>
              <a:rPr b="0" i="0" lang="es-MX" sz="4400" u="none" cap="none" strike="noStrike">
                <a:solidFill>
                  <a:schemeClr val="dk1"/>
                </a:solidFill>
                <a:latin typeface="Lato"/>
                <a:ea typeface="Lato"/>
                <a:cs typeface="Lato"/>
                <a:sym typeface="Lato"/>
              </a:rPr>
              <a:t>Un ejemplo claro son </a:t>
            </a:r>
            <a:r>
              <a:rPr b="1" i="0" lang="es-MX" sz="4400" u="none" cap="none" strike="noStrike">
                <a:solidFill>
                  <a:schemeClr val="dk1"/>
                </a:solidFill>
                <a:latin typeface="Lato"/>
                <a:ea typeface="Lato"/>
                <a:cs typeface="Lato"/>
                <a:sym typeface="Lato"/>
              </a:rPr>
              <a:t>plataformas de contenido o redes sociales</a:t>
            </a:r>
            <a:r>
              <a:rPr b="0" i="0" lang="es-MX" sz="4400" u="none" cap="none" strike="noStrike">
                <a:solidFill>
                  <a:schemeClr val="dk1"/>
                </a:solidFill>
                <a:latin typeface="Lato"/>
                <a:ea typeface="Lato"/>
                <a:cs typeface="Lato"/>
                <a:sym typeface="Lato"/>
              </a:rPr>
              <a:t>, donde diferentes tipos de objeto (usuarios, posts, comentarios, reacciones) pueden tener atributos distintos; con NoSQL se puede manejar esta heterogeneidad fácilmente.</a:t>
            </a:r>
            <a:endParaRPr b="1" i="0" sz="4400" u="none" cap="none" strike="noStrike">
              <a:solidFill>
                <a:schemeClr val="dk1"/>
              </a:solidFill>
              <a:latin typeface="Lato"/>
              <a:ea typeface="Lato"/>
              <a:cs typeface="Lato"/>
              <a:sym typeface="Lato"/>
            </a:endParaRPr>
          </a:p>
        </p:txBody>
      </p:sp>
      <p:pic>
        <p:nvPicPr>
          <p:cNvPr id="731" name="Google Shape;731;p17"/>
          <p:cNvPicPr preferRelativeResize="0"/>
          <p:nvPr/>
        </p:nvPicPr>
        <p:blipFill rotWithShape="1">
          <a:blip r:embed="rId3">
            <a:alphaModFix/>
          </a:blip>
          <a:srcRect b="0" l="0" r="0" t="0"/>
          <a:stretch/>
        </p:blipFill>
        <p:spPr>
          <a:xfrm>
            <a:off x="20478307" y="10153217"/>
            <a:ext cx="2880701" cy="288070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18"/>
          <p:cNvSpPr txBox="1"/>
          <p:nvPr>
            <p:ph idx="4294967295" type="title"/>
          </p:nvPr>
        </p:nvSpPr>
        <p:spPr>
          <a:xfrm>
            <a:off x="1935126" y="850605"/>
            <a:ext cx="20236580" cy="322450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8000"/>
              <a:buFont typeface="Calibri"/>
              <a:buNone/>
            </a:pPr>
            <a:r>
              <a:rPr lang="es-MX">
                <a:latin typeface="Roboto"/>
                <a:ea typeface="Roboto"/>
                <a:cs typeface="Roboto"/>
                <a:sym typeface="Roboto"/>
              </a:rPr>
              <a:t>EVOLUCIÓN FRECUENTE DEL MODELO DE DATOS</a:t>
            </a:r>
            <a:endParaRPr>
              <a:latin typeface="Roboto"/>
              <a:ea typeface="Roboto"/>
              <a:cs typeface="Roboto"/>
              <a:sym typeface="Roboto"/>
            </a:endParaRPr>
          </a:p>
        </p:txBody>
      </p:sp>
      <p:sp>
        <p:nvSpPr>
          <p:cNvPr descr="mediana" id="738" name="Google Shape;738;p18"/>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739" name="Google Shape;739;p18"/>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740" name="Google Shape;740;p18"/>
          <p:cNvSpPr txBox="1"/>
          <p:nvPr/>
        </p:nvSpPr>
        <p:spPr>
          <a:xfrm>
            <a:off x="1935126" y="4420399"/>
            <a:ext cx="20236580" cy="6480718"/>
          </a:xfrm>
          <a:prstGeom prst="rect">
            <a:avLst/>
          </a:prstGeom>
          <a:noFill/>
          <a:ln>
            <a:noFill/>
          </a:ln>
        </p:spPr>
        <p:txBody>
          <a:bodyPr anchorCtr="0" anchor="t" bIns="91425" lIns="182875" spcFirstLastPara="1" rIns="182875" wrap="square" tIns="91425">
            <a:noAutofit/>
          </a:bodyPr>
          <a:lstStyle/>
          <a:p>
            <a:pPr indent="0" lvl="0" marL="0" marR="0" rtl="0" algn="just">
              <a:lnSpc>
                <a:spcPct val="100000"/>
              </a:lnSpc>
              <a:spcBef>
                <a:spcPts val="0"/>
              </a:spcBef>
              <a:spcAft>
                <a:spcPts val="0"/>
              </a:spcAft>
              <a:buClr>
                <a:schemeClr val="dk1"/>
              </a:buClr>
              <a:buSzPts val="4000"/>
              <a:buFont typeface="Arial"/>
              <a:buNone/>
            </a:pPr>
            <a:r>
              <a:rPr b="0" i="0" lang="es-MX" sz="4400" u="none" cap="none" strike="noStrike">
                <a:solidFill>
                  <a:schemeClr val="dk1"/>
                </a:solidFill>
                <a:latin typeface="Lato"/>
                <a:ea typeface="Lato"/>
                <a:cs typeface="Lato"/>
                <a:sym typeface="Lato"/>
              </a:rPr>
              <a:t>Proyectos ágiles donde el esquema de la información cambia con frecuencia (se agregan nuevos campos, nuevas entidades) se benefician de la flexibilidad NoSQL. </a:t>
            </a:r>
            <a:endParaRPr b="0" i="0" sz="4400" u="none" cap="none" strike="noStrike">
              <a:solidFill>
                <a:srgbClr val="000000"/>
              </a:solidFill>
              <a:latin typeface="Lato"/>
              <a:ea typeface="Lato"/>
              <a:cs typeface="Lato"/>
              <a:sym typeface="Lato"/>
            </a:endParaRPr>
          </a:p>
          <a:p>
            <a:pPr indent="0" lvl="0" marL="0" marR="0" rtl="0" algn="just">
              <a:lnSpc>
                <a:spcPct val="100000"/>
              </a:lnSpc>
              <a:spcBef>
                <a:spcPts val="800"/>
              </a:spcBef>
              <a:spcAft>
                <a:spcPts val="0"/>
              </a:spcAft>
              <a:buClr>
                <a:schemeClr val="dk1"/>
              </a:buClr>
              <a:buSzPts val="4000"/>
              <a:buFont typeface="Arial"/>
              <a:buNone/>
            </a:pPr>
            <a:r>
              <a:t/>
            </a:r>
            <a:endParaRPr b="0" i="0" sz="4400" u="none" cap="none" strike="noStrike">
              <a:solidFill>
                <a:schemeClr val="dk1"/>
              </a:solidFill>
              <a:latin typeface="Lato"/>
              <a:ea typeface="Lato"/>
              <a:cs typeface="Lato"/>
              <a:sym typeface="Lato"/>
            </a:endParaRPr>
          </a:p>
          <a:p>
            <a:pPr indent="0" lvl="0" marL="0" marR="0" rtl="0" algn="just">
              <a:lnSpc>
                <a:spcPct val="100000"/>
              </a:lnSpc>
              <a:spcBef>
                <a:spcPts val="800"/>
              </a:spcBef>
              <a:spcAft>
                <a:spcPts val="0"/>
              </a:spcAft>
              <a:buClr>
                <a:schemeClr val="dk1"/>
              </a:buClr>
              <a:buSzPts val="4000"/>
              <a:buFont typeface="Arial"/>
              <a:buNone/>
            </a:pPr>
            <a:r>
              <a:rPr b="0" i="0" lang="es-MX" sz="4400" u="none" cap="none" strike="noStrike">
                <a:solidFill>
                  <a:schemeClr val="dk1"/>
                </a:solidFill>
                <a:latin typeface="Lato"/>
                <a:ea typeface="Lato"/>
                <a:cs typeface="Lato"/>
                <a:sym typeface="Lato"/>
              </a:rPr>
              <a:t>No es necesario migrar esquemas completos; simplemente se pueden añadir nuevos campos a algunos documentos. Esto acelera el desarrollo y la iteración de funcionalidades</a:t>
            </a:r>
            <a:endParaRPr b="1" i="0" sz="4400" u="none" cap="none" strike="noStrike">
              <a:solidFill>
                <a:schemeClr val="dk1"/>
              </a:solidFill>
              <a:latin typeface="Lato"/>
              <a:ea typeface="Lato"/>
              <a:cs typeface="Lato"/>
              <a:sym typeface="Lato"/>
            </a:endParaRPr>
          </a:p>
        </p:txBody>
      </p:sp>
      <p:pic>
        <p:nvPicPr>
          <p:cNvPr id="741" name="Google Shape;741;p18"/>
          <p:cNvPicPr preferRelativeResize="0"/>
          <p:nvPr/>
        </p:nvPicPr>
        <p:blipFill rotWithShape="1">
          <a:blip r:embed="rId3">
            <a:alphaModFix/>
          </a:blip>
          <a:srcRect b="0" l="0" r="0" t="0"/>
          <a:stretch/>
        </p:blipFill>
        <p:spPr>
          <a:xfrm>
            <a:off x="20300376" y="9375073"/>
            <a:ext cx="3742660" cy="374266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19"/>
          <p:cNvSpPr txBox="1"/>
          <p:nvPr>
            <p:ph idx="4294967295" type="title"/>
          </p:nvPr>
        </p:nvSpPr>
        <p:spPr>
          <a:xfrm>
            <a:off x="1594884" y="871870"/>
            <a:ext cx="20576822" cy="320324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8000"/>
              <a:buFont typeface="Calibri"/>
              <a:buNone/>
            </a:pPr>
            <a:r>
              <a:rPr lang="es-MX">
                <a:latin typeface="Roboto"/>
                <a:ea typeface="Roboto"/>
                <a:cs typeface="Roboto"/>
                <a:sym typeface="Roboto"/>
              </a:rPr>
              <a:t>ALTOS PICOS DE CARGA Y ESCALABILIDAD IMPREDECIBLE</a:t>
            </a:r>
            <a:endParaRPr b="1">
              <a:latin typeface="Roboto"/>
              <a:ea typeface="Roboto"/>
              <a:cs typeface="Roboto"/>
              <a:sym typeface="Roboto"/>
            </a:endParaRPr>
          </a:p>
        </p:txBody>
      </p:sp>
      <p:sp>
        <p:nvSpPr>
          <p:cNvPr descr="mediana" id="748" name="Google Shape;748;p19"/>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749" name="Google Shape;749;p19"/>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750" name="Google Shape;750;p19"/>
          <p:cNvSpPr txBox="1"/>
          <p:nvPr/>
        </p:nvSpPr>
        <p:spPr>
          <a:xfrm>
            <a:off x="1594884" y="4420399"/>
            <a:ext cx="20576822" cy="6480718"/>
          </a:xfrm>
          <a:prstGeom prst="rect">
            <a:avLst/>
          </a:prstGeom>
          <a:noFill/>
          <a:ln>
            <a:noFill/>
          </a:ln>
        </p:spPr>
        <p:txBody>
          <a:bodyPr anchorCtr="0" anchor="t" bIns="91425" lIns="182875" spcFirstLastPara="1" rIns="182875" wrap="square" tIns="91425">
            <a:noAutofit/>
          </a:bodyPr>
          <a:lstStyle/>
          <a:p>
            <a:pPr indent="0" lvl="0" marL="0" marR="0" rtl="0" algn="just">
              <a:lnSpc>
                <a:spcPct val="100000"/>
              </a:lnSpc>
              <a:spcBef>
                <a:spcPts val="0"/>
              </a:spcBef>
              <a:spcAft>
                <a:spcPts val="0"/>
              </a:spcAft>
              <a:buClr>
                <a:schemeClr val="dk1"/>
              </a:buClr>
              <a:buSzPts val="4000"/>
              <a:buFont typeface="Arial"/>
              <a:buNone/>
            </a:pPr>
            <a:r>
              <a:rPr b="0" i="0" lang="es-MX" sz="4400" u="none" cap="none" strike="noStrike">
                <a:solidFill>
                  <a:schemeClr val="dk1"/>
                </a:solidFill>
                <a:latin typeface="Lato"/>
                <a:ea typeface="Lato"/>
                <a:cs typeface="Lato"/>
                <a:sym typeface="Lato"/>
              </a:rPr>
              <a:t>Servicios web que pueden experimentar picos repentinos de tráfico (por ejemplo, ventas flash en e-commerce, apps virales) encuentran en NoSQL un aliado, ya que pueden escalar horizontalmente casi en tiempo real para absorber la demanda. </a:t>
            </a:r>
            <a:endParaRPr b="0" i="0" sz="4400" u="none" cap="none" strike="noStrike">
              <a:solidFill>
                <a:srgbClr val="000000"/>
              </a:solidFill>
              <a:latin typeface="Lato"/>
              <a:ea typeface="Lato"/>
              <a:cs typeface="Lato"/>
              <a:sym typeface="Lato"/>
            </a:endParaRPr>
          </a:p>
          <a:p>
            <a:pPr indent="0" lvl="0" marL="0" marR="0" rtl="0" algn="just">
              <a:lnSpc>
                <a:spcPct val="100000"/>
              </a:lnSpc>
              <a:spcBef>
                <a:spcPts val="800"/>
              </a:spcBef>
              <a:spcAft>
                <a:spcPts val="0"/>
              </a:spcAft>
              <a:buClr>
                <a:schemeClr val="dk1"/>
              </a:buClr>
              <a:buSzPts val="4000"/>
              <a:buFont typeface="Arial"/>
              <a:buNone/>
            </a:pPr>
            <a:r>
              <a:t/>
            </a:r>
            <a:endParaRPr b="0" i="0" sz="4400" u="none" cap="none" strike="noStrike">
              <a:solidFill>
                <a:schemeClr val="dk1"/>
              </a:solidFill>
              <a:latin typeface="Lato"/>
              <a:ea typeface="Lato"/>
              <a:cs typeface="Lato"/>
              <a:sym typeface="Lato"/>
            </a:endParaRPr>
          </a:p>
          <a:p>
            <a:pPr indent="0" lvl="0" marL="0" marR="0" rtl="0" algn="just">
              <a:lnSpc>
                <a:spcPct val="100000"/>
              </a:lnSpc>
              <a:spcBef>
                <a:spcPts val="800"/>
              </a:spcBef>
              <a:spcAft>
                <a:spcPts val="0"/>
              </a:spcAft>
              <a:buClr>
                <a:schemeClr val="dk1"/>
              </a:buClr>
              <a:buSzPts val="4000"/>
              <a:buFont typeface="Arial"/>
              <a:buNone/>
            </a:pPr>
            <a:r>
              <a:rPr b="0" i="0" lang="es-MX" sz="4400" u="none" cap="none" strike="noStrike">
                <a:solidFill>
                  <a:schemeClr val="dk1"/>
                </a:solidFill>
                <a:latin typeface="Lato"/>
                <a:ea typeface="Lato"/>
                <a:cs typeface="Lato"/>
                <a:sym typeface="Lato"/>
              </a:rPr>
              <a:t>Las bases relacionales con un solo servidor podrían ser un cuello de botella o requerir arquitecturas más complejas para escalar (clústers, particionamiento manual, etc.).</a:t>
            </a:r>
            <a:endParaRPr b="1" i="0" sz="4400" u="none" cap="none" strike="noStrike">
              <a:solidFill>
                <a:schemeClr val="dk1"/>
              </a:solidFill>
              <a:latin typeface="Lato"/>
              <a:ea typeface="Lato"/>
              <a:cs typeface="Lato"/>
              <a:sym typeface="La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4" name="Shape 754"/>
        <p:cNvGrpSpPr/>
        <p:nvPr/>
      </p:nvGrpSpPr>
      <p:grpSpPr>
        <a:xfrm>
          <a:off x="0" y="0"/>
          <a:ext cx="0" cy="0"/>
          <a:chOff x="0" y="0"/>
          <a:chExt cx="0" cy="0"/>
        </a:xfrm>
      </p:grpSpPr>
      <p:pic>
        <p:nvPicPr>
          <p:cNvPr id="755" name="Google Shape;755;p81"/>
          <p:cNvPicPr preferRelativeResize="0"/>
          <p:nvPr/>
        </p:nvPicPr>
        <p:blipFill rotWithShape="1">
          <a:blip r:embed="rId4">
            <a:alphaModFix/>
          </a:blip>
          <a:srcRect b="0" l="0" r="0" t="0"/>
          <a:stretch/>
        </p:blipFill>
        <p:spPr>
          <a:xfrm>
            <a:off x="297675" y="4100758"/>
            <a:ext cx="10755500" cy="4040352"/>
          </a:xfrm>
          <a:prstGeom prst="rect">
            <a:avLst/>
          </a:prstGeom>
          <a:noFill/>
          <a:ln>
            <a:noFill/>
          </a:ln>
        </p:spPr>
      </p:pic>
      <p:sp>
        <p:nvSpPr>
          <p:cNvPr id="756" name="Google Shape;756;p81"/>
          <p:cNvSpPr txBox="1"/>
          <p:nvPr/>
        </p:nvSpPr>
        <p:spPr>
          <a:xfrm>
            <a:off x="25655451" y="17112343"/>
            <a:ext cx="18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57" name="Google Shape;757;p81"/>
          <p:cNvSpPr txBox="1"/>
          <p:nvPr/>
        </p:nvSpPr>
        <p:spPr>
          <a:xfrm>
            <a:off x="24453669" y="17843863"/>
            <a:ext cx="18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58" name="Google Shape;758;p81"/>
          <p:cNvSpPr txBox="1"/>
          <p:nvPr/>
        </p:nvSpPr>
        <p:spPr>
          <a:xfrm>
            <a:off x="12379841" y="1447133"/>
            <a:ext cx="112635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Roboto"/>
              <a:buNone/>
            </a:pPr>
            <a:r>
              <a:rPr b="0" i="0" lang="es-MX" sz="7200" u="none" cap="none" strike="noStrike">
                <a:solidFill>
                  <a:srgbClr val="000000"/>
                </a:solidFill>
                <a:latin typeface="Roboto"/>
                <a:ea typeface="Roboto"/>
                <a:cs typeface="Roboto"/>
                <a:sym typeface="Roboto"/>
              </a:rPr>
              <a:t>Ejercicio</a:t>
            </a:r>
            <a:endParaRPr b="0" i="0" sz="7200" u="none" cap="none" strike="noStrike">
              <a:solidFill>
                <a:srgbClr val="000000"/>
              </a:solidFill>
              <a:latin typeface="Roboto"/>
              <a:ea typeface="Roboto"/>
              <a:cs typeface="Roboto"/>
              <a:sym typeface="Roboto"/>
            </a:endParaRPr>
          </a:p>
        </p:txBody>
      </p:sp>
      <p:grpSp>
        <p:nvGrpSpPr>
          <p:cNvPr id="759" name="Google Shape;759;p81"/>
          <p:cNvGrpSpPr/>
          <p:nvPr/>
        </p:nvGrpSpPr>
        <p:grpSpPr>
          <a:xfrm>
            <a:off x="21922690" y="10842237"/>
            <a:ext cx="1720575" cy="1959061"/>
            <a:chOff x="21922690" y="11086899"/>
            <a:chExt cx="1720575" cy="1959061"/>
          </a:xfrm>
        </p:grpSpPr>
        <p:sp>
          <p:nvSpPr>
            <p:cNvPr id="760" name="Google Shape;760;p81"/>
            <p:cNvSpPr/>
            <p:nvPr/>
          </p:nvSpPr>
          <p:spPr>
            <a:xfrm>
              <a:off x="21922690" y="11356360"/>
              <a:ext cx="1689600" cy="16896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761" name="Google Shape;761;p81"/>
            <p:cNvPicPr preferRelativeResize="0"/>
            <p:nvPr/>
          </p:nvPicPr>
          <p:blipFill rotWithShape="1">
            <a:blip r:embed="rId5">
              <a:alphaModFix/>
            </a:blip>
            <a:srcRect b="0" l="0" r="0" t="0"/>
            <a:stretch/>
          </p:blipFill>
          <p:spPr>
            <a:xfrm>
              <a:off x="21922690" y="11086899"/>
              <a:ext cx="1720575" cy="1720575"/>
            </a:xfrm>
            <a:prstGeom prst="rect">
              <a:avLst/>
            </a:prstGeom>
            <a:noFill/>
            <a:ln>
              <a:noFill/>
            </a:ln>
          </p:spPr>
        </p:pic>
      </p:grpSp>
      <p:sp>
        <p:nvSpPr>
          <p:cNvPr id="762" name="Google Shape;762;p81"/>
          <p:cNvSpPr txBox="1"/>
          <p:nvPr>
            <p:ph idx="1" type="body"/>
          </p:nvPr>
        </p:nvSpPr>
        <p:spPr>
          <a:xfrm>
            <a:off x="11676125" y="3101000"/>
            <a:ext cx="11967300" cy="8553300"/>
          </a:xfrm>
          <a:prstGeom prst="rect">
            <a:avLst/>
          </a:prstGeom>
          <a:no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dk1"/>
              </a:buClr>
              <a:buSzPts val="1100"/>
              <a:buNone/>
            </a:pPr>
            <a:r>
              <a:rPr lang="es-MX" sz="4400">
                <a:latin typeface="Lato"/>
                <a:ea typeface="Lato"/>
                <a:cs typeface="Lato"/>
                <a:sym typeface="Lato"/>
              </a:rPr>
              <a:t>Cómo podemos consultar estas bases:</a:t>
            </a:r>
            <a:endParaRPr/>
          </a:p>
          <a:p>
            <a:pPr indent="0" lvl="0" marL="0" rtl="0" algn="just">
              <a:lnSpc>
                <a:spcPct val="100000"/>
              </a:lnSpc>
              <a:spcBef>
                <a:spcPts val="0"/>
              </a:spcBef>
              <a:spcAft>
                <a:spcPts val="0"/>
              </a:spcAft>
              <a:buClr>
                <a:schemeClr val="dk1"/>
              </a:buClr>
              <a:buSzPts val="1100"/>
              <a:buNone/>
            </a:pPr>
            <a:r>
              <a:t/>
            </a:r>
            <a:endParaRPr sz="4400">
              <a:latin typeface="Lato"/>
              <a:ea typeface="Lato"/>
              <a:cs typeface="Lato"/>
              <a:sym typeface="Lato"/>
            </a:endParaRPr>
          </a:p>
          <a:p>
            <a:pPr indent="0" lvl="0" marL="0" rtl="0" algn="just">
              <a:lnSpc>
                <a:spcPct val="100000"/>
              </a:lnSpc>
              <a:spcBef>
                <a:spcPts val="0"/>
              </a:spcBef>
              <a:spcAft>
                <a:spcPts val="0"/>
              </a:spcAft>
              <a:buClr>
                <a:schemeClr val="dk1"/>
              </a:buClr>
              <a:buSzPts val="1100"/>
              <a:buNone/>
            </a:pPr>
            <a:r>
              <a:rPr lang="es-MX" sz="4400">
                <a:latin typeface="Lato"/>
                <a:ea typeface="Lato"/>
                <a:cs typeface="Lato"/>
                <a:sym typeface="Lato"/>
              </a:rPr>
              <a:t>Muchas veces consultamos estas bases a través de un servicio.</a:t>
            </a:r>
            <a:endParaRPr/>
          </a:p>
          <a:p>
            <a:pPr indent="0" lvl="0" marL="0" rtl="0" algn="just">
              <a:lnSpc>
                <a:spcPct val="100000"/>
              </a:lnSpc>
              <a:spcBef>
                <a:spcPts val="0"/>
              </a:spcBef>
              <a:spcAft>
                <a:spcPts val="0"/>
              </a:spcAft>
              <a:buClr>
                <a:schemeClr val="dk1"/>
              </a:buClr>
              <a:buSzPts val="1100"/>
              <a:buNone/>
            </a:pPr>
            <a:r>
              <a:t/>
            </a:r>
            <a:endParaRPr sz="4400">
              <a:latin typeface="Lato"/>
              <a:ea typeface="Lato"/>
              <a:cs typeface="Lato"/>
              <a:sym typeface="Lato"/>
            </a:endParaRPr>
          </a:p>
          <a:p>
            <a:pPr indent="0" lvl="0" marL="0" rtl="0" algn="just">
              <a:lnSpc>
                <a:spcPct val="100000"/>
              </a:lnSpc>
              <a:spcBef>
                <a:spcPts val="0"/>
              </a:spcBef>
              <a:spcAft>
                <a:spcPts val="0"/>
              </a:spcAft>
              <a:buClr>
                <a:schemeClr val="dk1"/>
              </a:buClr>
              <a:buSzPts val="1100"/>
              <a:buNone/>
            </a:pPr>
            <a:r>
              <a:rPr lang="es-MX" sz="4400">
                <a:latin typeface="Lato"/>
                <a:ea typeface="Lato"/>
                <a:cs typeface="Lato"/>
                <a:sym typeface="Lato"/>
              </a:rPr>
              <a:t>Hacer 3 solicitudes:</a:t>
            </a:r>
            <a:endParaRPr/>
          </a:p>
          <a:p>
            <a:pPr indent="0" lvl="0" marL="0" rtl="0" algn="just">
              <a:lnSpc>
                <a:spcPct val="100000"/>
              </a:lnSpc>
              <a:spcBef>
                <a:spcPts val="0"/>
              </a:spcBef>
              <a:spcAft>
                <a:spcPts val="0"/>
              </a:spcAft>
              <a:buClr>
                <a:schemeClr val="dk1"/>
              </a:buClr>
              <a:buSzPts val="1100"/>
              <a:buNone/>
            </a:pPr>
            <a:r>
              <a:rPr lang="es-MX" sz="4400">
                <a:latin typeface="Lato"/>
                <a:ea typeface="Lato"/>
                <a:cs typeface="Lato"/>
                <a:sym typeface="Lato"/>
              </a:rPr>
              <a:t>Poner en el chat la edad y la cuenta.</a:t>
            </a:r>
            <a:endParaRPr/>
          </a:p>
          <a:p>
            <a:pPr indent="0" lvl="0" marL="0" rtl="0" algn="just">
              <a:lnSpc>
                <a:spcPct val="100000"/>
              </a:lnSpc>
              <a:spcBef>
                <a:spcPts val="0"/>
              </a:spcBef>
              <a:spcAft>
                <a:spcPts val="0"/>
              </a:spcAft>
              <a:buClr>
                <a:schemeClr val="dk1"/>
              </a:buClr>
              <a:buSzPts val="1100"/>
              <a:buNone/>
            </a:pPr>
            <a:r>
              <a:t/>
            </a:r>
            <a:endParaRPr sz="4400">
              <a:latin typeface="Lato"/>
              <a:ea typeface="Lato"/>
              <a:cs typeface="Lato"/>
              <a:sym typeface="Lato"/>
            </a:endParaRPr>
          </a:p>
          <a:p>
            <a:pPr indent="0" lvl="0" marL="0" rtl="0" algn="just">
              <a:lnSpc>
                <a:spcPct val="100000"/>
              </a:lnSpc>
              <a:spcBef>
                <a:spcPts val="0"/>
              </a:spcBef>
              <a:spcAft>
                <a:spcPts val="0"/>
              </a:spcAft>
              <a:buClr>
                <a:schemeClr val="dk1"/>
              </a:buClr>
              <a:buSzPts val="1100"/>
              <a:buNone/>
            </a:pPr>
            <a:r>
              <a:t/>
            </a:r>
            <a:endParaRPr sz="4400">
              <a:latin typeface="Lato"/>
              <a:ea typeface="Lato"/>
              <a:cs typeface="Lato"/>
              <a:sym typeface="Lato"/>
            </a:endParaRPr>
          </a:p>
          <a:p>
            <a:pPr indent="0" lvl="0" marL="0" rtl="0" algn="just">
              <a:lnSpc>
                <a:spcPct val="100000"/>
              </a:lnSpc>
              <a:spcBef>
                <a:spcPts val="0"/>
              </a:spcBef>
              <a:spcAft>
                <a:spcPts val="0"/>
              </a:spcAft>
              <a:buClr>
                <a:schemeClr val="dk1"/>
              </a:buClr>
              <a:buSzPts val="1100"/>
              <a:buNone/>
            </a:pPr>
            <a:r>
              <a:rPr lang="es-MX" sz="4400">
                <a:latin typeface="Lato"/>
                <a:ea typeface="Lato"/>
                <a:cs typeface="Lato"/>
                <a:sym typeface="Lato"/>
              </a:rPr>
              <a:t>… Fijo si un desarrollador se pensó este documento, debe haber una vista con esas 3 propiedades para visualizar.</a:t>
            </a:r>
            <a:endParaRPr sz="4400">
              <a:latin typeface="Lato"/>
              <a:ea typeface="Lato"/>
              <a:cs typeface="Lato"/>
              <a:sym typeface="Lato"/>
            </a:endParaRPr>
          </a:p>
        </p:txBody>
      </p:sp>
      <p:sp>
        <p:nvSpPr>
          <p:cNvPr id="763" name="Google Shape;763;p81"/>
          <p:cNvSpPr txBox="1"/>
          <p:nvPr/>
        </p:nvSpPr>
        <p:spPr>
          <a:xfrm>
            <a:off x="361950" y="13144500"/>
            <a:ext cx="23793600" cy="369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Lato"/>
              <a:buNone/>
            </a:pPr>
            <a:r>
              <a:rPr b="0" i="0" lang="es-MX" sz="1800" u="none" cap="none" strike="noStrike">
                <a:solidFill>
                  <a:srgbClr val="000000"/>
                </a:solidFill>
                <a:latin typeface="Lato"/>
                <a:ea typeface="Lato"/>
                <a:cs typeface="Lato"/>
                <a:sym typeface="Lato"/>
              </a:rPr>
              <a:t>© Diseño y Gestión de Bases de Datos con SQL  | Universidad de los Andes </a:t>
            </a:r>
            <a:endParaRPr b="0" i="0" sz="1400" u="none" cap="none" strike="noStrike">
              <a:solidFill>
                <a:srgbClr val="000000"/>
              </a:solidFill>
              <a:latin typeface="Arial"/>
              <a:ea typeface="Arial"/>
              <a:cs typeface="Arial"/>
              <a:sym typeface="Arial"/>
            </a:endParaRPr>
          </a:p>
        </p:txBody>
      </p:sp>
      <p:grpSp>
        <p:nvGrpSpPr>
          <p:cNvPr id="764" name="Google Shape;764;p81"/>
          <p:cNvGrpSpPr/>
          <p:nvPr/>
        </p:nvGrpSpPr>
        <p:grpSpPr>
          <a:xfrm>
            <a:off x="7181051" y="5267054"/>
            <a:ext cx="3872124" cy="7132346"/>
            <a:chOff x="3550195" y="1634805"/>
            <a:chExt cx="4819650" cy="9207432"/>
          </a:xfrm>
        </p:grpSpPr>
        <p:pic>
          <p:nvPicPr>
            <p:cNvPr id="765" name="Google Shape;765;p81"/>
            <p:cNvPicPr preferRelativeResize="0"/>
            <p:nvPr/>
          </p:nvPicPr>
          <p:blipFill rotWithShape="1">
            <a:blip r:embed="rId6">
              <a:alphaModFix/>
            </a:blip>
            <a:srcRect b="11750" l="30080" r="30028" t="12040"/>
            <a:stretch/>
          </p:blipFill>
          <p:spPr>
            <a:xfrm>
              <a:off x="3550195" y="1634805"/>
              <a:ext cx="4819650" cy="9207432"/>
            </a:xfrm>
            <a:prstGeom prst="rect">
              <a:avLst/>
            </a:prstGeom>
            <a:noFill/>
            <a:ln>
              <a:noFill/>
            </a:ln>
          </p:spPr>
        </p:pic>
        <p:sp>
          <p:nvSpPr>
            <p:cNvPr id="766" name="Google Shape;766;p81"/>
            <p:cNvSpPr txBox="1"/>
            <p:nvPr/>
          </p:nvSpPr>
          <p:spPr>
            <a:xfrm>
              <a:off x="4193048" y="3123760"/>
              <a:ext cx="185420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s-MX" sz="3200" u="none" cap="none" strike="noStrike">
                  <a:solidFill>
                    <a:srgbClr val="000000"/>
                  </a:solidFill>
                  <a:latin typeface="Arial"/>
                  <a:ea typeface="Arial"/>
                  <a:cs typeface="Arial"/>
                  <a:sym typeface="Arial"/>
                </a:rPr>
                <a:t>Alfred</a:t>
              </a:r>
              <a:endParaRPr b="0" i="0" sz="1400" u="none" cap="none" strike="noStrike">
                <a:solidFill>
                  <a:srgbClr val="000000"/>
                </a:solidFill>
                <a:latin typeface="Arial"/>
                <a:ea typeface="Arial"/>
                <a:cs typeface="Arial"/>
                <a:sym typeface="Arial"/>
              </a:endParaRPr>
            </a:p>
          </p:txBody>
        </p:sp>
        <p:sp>
          <p:nvSpPr>
            <p:cNvPr id="767" name="Google Shape;767;p81"/>
            <p:cNvSpPr/>
            <p:nvPr/>
          </p:nvSpPr>
          <p:spPr>
            <a:xfrm>
              <a:off x="4074117" y="3876359"/>
              <a:ext cx="3771806" cy="2130619"/>
            </a:xfrm>
            <a:prstGeom prst="rect">
              <a:avLst/>
            </a:prstGeom>
            <a:solidFill>
              <a:srgbClr val="2E75B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68" name="Google Shape;768;p81"/>
            <p:cNvSpPr txBox="1"/>
            <p:nvPr/>
          </p:nvSpPr>
          <p:spPr>
            <a:xfrm>
              <a:off x="4193048" y="6210230"/>
              <a:ext cx="2637637"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s-MX" sz="3200" u="none" cap="none" strike="noStrike">
                  <a:solidFill>
                    <a:srgbClr val="000000"/>
                  </a:solidFill>
                  <a:latin typeface="Arial"/>
                  <a:ea typeface="Arial"/>
                  <a:cs typeface="Arial"/>
                  <a:sym typeface="Arial"/>
                </a:rPr>
                <a:t>75 años</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s-MX" sz="3200" u="none" cap="none" strike="noStrike">
                  <a:solidFill>
                    <a:srgbClr val="000000"/>
                  </a:solidFill>
                  <a:latin typeface="Arial"/>
                  <a:ea typeface="Arial"/>
                  <a:cs typeface="Arial"/>
                  <a:sym typeface="Arial"/>
                </a:rPr>
                <a:t>$14.100</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
                                            <p:txEl>
                                              <p:pRg end="0" st="0"/>
                                            </p:txEl>
                                          </p:spTgt>
                                        </p:tgtEl>
                                        <p:attrNameLst>
                                          <p:attrName>style.visibility</p:attrName>
                                        </p:attrNameLst>
                                      </p:cBhvr>
                                      <p:to>
                                        <p:strVal val="visible"/>
                                      </p:to>
                                    </p:set>
                                    <p:animEffect filter="fade" transition="in">
                                      <p:cBhvr>
                                        <p:cTn dur="500"/>
                                        <p:tgtEl>
                                          <p:spTgt spid="7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
                                            <p:txEl>
                                              <p:pRg end="1" st="1"/>
                                            </p:txEl>
                                          </p:spTgt>
                                        </p:tgtEl>
                                        <p:attrNameLst>
                                          <p:attrName>style.visibility</p:attrName>
                                        </p:attrNameLst>
                                      </p:cBhvr>
                                      <p:to>
                                        <p:strVal val="visible"/>
                                      </p:to>
                                    </p:set>
                                    <p:animEffect filter="fade" transition="in">
                                      <p:cBhvr>
                                        <p:cTn dur="500"/>
                                        <p:tgtEl>
                                          <p:spTgt spid="7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
                                            <p:txEl>
                                              <p:pRg end="2" st="2"/>
                                            </p:txEl>
                                          </p:spTgt>
                                        </p:tgtEl>
                                        <p:attrNameLst>
                                          <p:attrName>style.visibility</p:attrName>
                                        </p:attrNameLst>
                                      </p:cBhvr>
                                      <p:to>
                                        <p:strVal val="visible"/>
                                      </p:to>
                                    </p:set>
                                    <p:animEffect filter="fade" transition="in">
                                      <p:cBhvr>
                                        <p:cTn dur="500"/>
                                        <p:tgtEl>
                                          <p:spTgt spid="76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
                                            <p:txEl>
                                              <p:pRg end="3" st="3"/>
                                            </p:txEl>
                                          </p:spTgt>
                                        </p:tgtEl>
                                        <p:attrNameLst>
                                          <p:attrName>style.visibility</p:attrName>
                                        </p:attrNameLst>
                                      </p:cBhvr>
                                      <p:to>
                                        <p:strVal val="visible"/>
                                      </p:to>
                                    </p:set>
                                    <p:animEffect filter="fade" transition="in">
                                      <p:cBhvr>
                                        <p:cTn dur="500"/>
                                        <p:tgtEl>
                                          <p:spTgt spid="76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
                                            <p:txEl>
                                              <p:pRg end="4" st="4"/>
                                            </p:txEl>
                                          </p:spTgt>
                                        </p:tgtEl>
                                        <p:attrNameLst>
                                          <p:attrName>style.visibility</p:attrName>
                                        </p:attrNameLst>
                                      </p:cBhvr>
                                      <p:to>
                                        <p:strVal val="visible"/>
                                      </p:to>
                                    </p:set>
                                    <p:animEffect filter="fade" transition="in">
                                      <p:cBhvr>
                                        <p:cTn dur="500"/>
                                        <p:tgtEl>
                                          <p:spTgt spid="76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
                                            <p:txEl>
                                              <p:pRg end="5" st="5"/>
                                            </p:txEl>
                                          </p:spTgt>
                                        </p:tgtEl>
                                        <p:attrNameLst>
                                          <p:attrName>style.visibility</p:attrName>
                                        </p:attrNameLst>
                                      </p:cBhvr>
                                      <p:to>
                                        <p:strVal val="visible"/>
                                      </p:to>
                                    </p:set>
                                    <p:animEffect filter="fade" transition="in">
                                      <p:cBhvr>
                                        <p:cTn dur="500"/>
                                        <p:tgtEl>
                                          <p:spTgt spid="76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
                                            <p:txEl>
                                              <p:pRg end="6" st="6"/>
                                            </p:txEl>
                                          </p:spTgt>
                                        </p:tgtEl>
                                        <p:attrNameLst>
                                          <p:attrName>style.visibility</p:attrName>
                                        </p:attrNameLst>
                                      </p:cBhvr>
                                      <p:to>
                                        <p:strVal val="visible"/>
                                      </p:to>
                                    </p:set>
                                    <p:animEffect filter="fade" transition="in">
                                      <p:cBhvr>
                                        <p:cTn dur="500"/>
                                        <p:tgtEl>
                                          <p:spTgt spid="76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
                                            <p:txEl>
                                              <p:pRg end="7" st="7"/>
                                            </p:txEl>
                                          </p:spTgt>
                                        </p:tgtEl>
                                        <p:attrNameLst>
                                          <p:attrName>style.visibility</p:attrName>
                                        </p:attrNameLst>
                                      </p:cBhvr>
                                      <p:to>
                                        <p:strVal val="visible"/>
                                      </p:to>
                                    </p:set>
                                    <p:animEffect filter="fade" transition="in">
                                      <p:cBhvr>
                                        <p:cTn dur="500"/>
                                        <p:tgtEl>
                                          <p:spTgt spid="76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
                                            <p:txEl>
                                              <p:pRg end="8" st="8"/>
                                            </p:txEl>
                                          </p:spTgt>
                                        </p:tgtEl>
                                        <p:attrNameLst>
                                          <p:attrName>style.visibility</p:attrName>
                                        </p:attrNameLst>
                                      </p:cBhvr>
                                      <p:to>
                                        <p:strVal val="visible"/>
                                      </p:to>
                                    </p:set>
                                    <p:animEffect filter="fade" transition="in">
                                      <p:cBhvr>
                                        <p:cTn dur="500"/>
                                        <p:tgtEl>
                                          <p:spTgt spid="76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5"/>
                                        </p:tgtEl>
                                        <p:attrNameLst>
                                          <p:attrName>style.visibility</p:attrName>
                                        </p:attrNameLst>
                                      </p:cBhvr>
                                      <p:to>
                                        <p:strVal val="visible"/>
                                      </p:to>
                                    </p:set>
                                    <p:animEffect filter="fade" transition="in">
                                      <p:cBhvr>
                                        <p:cTn dur="500"/>
                                        <p:tgtEl>
                                          <p:spTgt spid="7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4"/>
                                        </p:tgtEl>
                                        <p:attrNameLst>
                                          <p:attrName>style.visibility</p:attrName>
                                        </p:attrNameLst>
                                      </p:cBhvr>
                                      <p:to>
                                        <p:strVal val="visible"/>
                                      </p:to>
                                    </p:set>
                                    <p:animEffect filter="fade" transition="in">
                                      <p:cBhvr>
                                        <p:cTn dur="1000"/>
                                        <p:tgtEl>
                                          <p:spTgt spid="7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20"/>
          <p:cNvSpPr txBox="1"/>
          <p:nvPr>
            <p:ph idx="4294967295" type="title"/>
          </p:nvPr>
        </p:nvSpPr>
        <p:spPr>
          <a:xfrm>
            <a:off x="1676400" y="3592004"/>
            <a:ext cx="21031200" cy="57054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8800"/>
              <a:buFont typeface="Calibri"/>
              <a:buNone/>
            </a:pPr>
            <a:r>
              <a:rPr lang="es-MX" sz="11500">
                <a:latin typeface="Roboto"/>
                <a:ea typeface="Roboto"/>
                <a:cs typeface="Roboto"/>
                <a:sym typeface="Roboto"/>
              </a:rPr>
              <a:t>CASOS DE USO ESPECÍFICOS POR TIPO DE NoSQL</a:t>
            </a:r>
            <a:endParaRPr b="1" sz="11500">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25"/>
          <p:cNvSpPr txBox="1"/>
          <p:nvPr>
            <p:ph idx="4294967295" type="title"/>
          </p:nvPr>
        </p:nvSpPr>
        <p:spPr>
          <a:xfrm>
            <a:off x="3359150" y="992700"/>
            <a:ext cx="18783674" cy="22860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8000"/>
              <a:buFont typeface="Calibri"/>
              <a:buNone/>
            </a:pPr>
            <a:r>
              <a:rPr lang="es-MX">
                <a:latin typeface="Roboto"/>
                <a:ea typeface="Roboto"/>
                <a:cs typeface="Roboto"/>
                <a:sym typeface="Roboto"/>
              </a:rPr>
              <a:t>¿CUÁNDO SEGUIR CON UNA BASE SQL RELACIONAL?</a:t>
            </a:r>
            <a:endParaRPr b="1">
              <a:latin typeface="Roboto"/>
              <a:ea typeface="Roboto"/>
              <a:cs typeface="Roboto"/>
              <a:sym typeface="Roboto"/>
            </a:endParaRPr>
          </a:p>
        </p:txBody>
      </p:sp>
      <p:sp>
        <p:nvSpPr>
          <p:cNvPr descr="mediana" id="781" name="Google Shape;781;p25"/>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782" name="Google Shape;782;p25"/>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783" name="Google Shape;783;p25"/>
          <p:cNvSpPr txBox="1"/>
          <p:nvPr/>
        </p:nvSpPr>
        <p:spPr>
          <a:xfrm>
            <a:off x="1692086" y="3484558"/>
            <a:ext cx="20450738" cy="8161983"/>
          </a:xfrm>
          <a:prstGeom prst="rect">
            <a:avLst/>
          </a:prstGeom>
          <a:noFill/>
          <a:ln>
            <a:noFill/>
          </a:ln>
        </p:spPr>
        <p:txBody>
          <a:bodyPr anchorCtr="0" anchor="t" bIns="91425" lIns="182875" spcFirstLastPara="1" rIns="182875" wrap="square" tIns="91425">
            <a:noAutofit/>
          </a:bodyPr>
          <a:lstStyle/>
          <a:p>
            <a:pPr indent="0" lvl="0" marL="0" marR="0" rtl="0" algn="just">
              <a:lnSpc>
                <a:spcPct val="100000"/>
              </a:lnSpc>
              <a:spcBef>
                <a:spcPts val="0"/>
              </a:spcBef>
              <a:spcAft>
                <a:spcPts val="0"/>
              </a:spcAft>
              <a:buClr>
                <a:schemeClr val="dk1"/>
              </a:buClr>
              <a:buSzPts val="4000"/>
              <a:buFont typeface="Arial"/>
              <a:buNone/>
            </a:pPr>
            <a:r>
              <a:rPr b="0" i="0" lang="es-MX" sz="4000" u="none" cap="none" strike="noStrike">
                <a:solidFill>
                  <a:schemeClr val="dk1"/>
                </a:solidFill>
                <a:latin typeface="Arial"/>
                <a:ea typeface="Arial"/>
                <a:cs typeface="Arial"/>
                <a:sym typeface="Arial"/>
              </a:rPr>
              <a:t>Si el proyecto requiere: </a:t>
            </a:r>
            <a:endParaRPr b="0" i="0" sz="1400" u="none" cap="none" strike="noStrike">
              <a:solidFill>
                <a:srgbClr val="000000"/>
              </a:solidFill>
              <a:latin typeface="Arial"/>
              <a:ea typeface="Arial"/>
              <a:cs typeface="Arial"/>
              <a:sym typeface="Arial"/>
            </a:endParaRPr>
          </a:p>
          <a:p>
            <a:pPr indent="-571500" lvl="0" marL="571500" marR="0" rtl="0" algn="just">
              <a:lnSpc>
                <a:spcPct val="100000"/>
              </a:lnSpc>
              <a:spcBef>
                <a:spcPts val="0"/>
              </a:spcBef>
              <a:spcAft>
                <a:spcPts val="0"/>
              </a:spcAft>
              <a:buClr>
                <a:schemeClr val="dk1"/>
              </a:buClr>
              <a:buSzPts val="4000"/>
              <a:buFont typeface="Arial"/>
              <a:buChar char="•"/>
            </a:pPr>
            <a:r>
              <a:rPr b="0" i="0" lang="es-MX" sz="4000" u="none" cap="none" strike="noStrike">
                <a:solidFill>
                  <a:schemeClr val="dk1"/>
                </a:solidFill>
                <a:latin typeface="Arial"/>
                <a:ea typeface="Arial"/>
                <a:cs typeface="Arial"/>
                <a:sym typeface="Arial"/>
              </a:rPr>
              <a:t>Transacciones complejas con absoluta consistencia (ej. sistemas financieros o bancarios), </a:t>
            </a:r>
            <a:endParaRPr b="0" i="0" sz="1400" u="none" cap="none" strike="noStrike">
              <a:solidFill>
                <a:srgbClr val="000000"/>
              </a:solidFill>
              <a:latin typeface="Arial"/>
              <a:ea typeface="Arial"/>
              <a:cs typeface="Arial"/>
              <a:sym typeface="Arial"/>
            </a:endParaRPr>
          </a:p>
          <a:p>
            <a:pPr indent="-571500" lvl="0" marL="571500" marR="0" rtl="0" algn="just">
              <a:lnSpc>
                <a:spcPct val="100000"/>
              </a:lnSpc>
              <a:spcBef>
                <a:spcPts val="0"/>
              </a:spcBef>
              <a:spcAft>
                <a:spcPts val="0"/>
              </a:spcAft>
              <a:buClr>
                <a:schemeClr val="dk1"/>
              </a:buClr>
              <a:buSzPts val="4000"/>
              <a:buFont typeface="Arial"/>
              <a:buChar char="•"/>
            </a:pPr>
            <a:r>
              <a:rPr b="0" i="0" lang="es-MX" sz="4000" u="none" cap="none" strike="noStrike">
                <a:solidFill>
                  <a:schemeClr val="dk1"/>
                </a:solidFill>
                <a:latin typeface="Arial"/>
                <a:ea typeface="Arial"/>
                <a:cs typeface="Arial"/>
                <a:sym typeface="Arial"/>
              </a:rPr>
              <a:t>Reportes que combinen muchos tipos de datos con joins complejos </a:t>
            </a:r>
            <a:endParaRPr b="0" i="0" sz="1400" u="none" cap="none" strike="noStrike">
              <a:solidFill>
                <a:srgbClr val="000000"/>
              </a:solidFill>
              <a:latin typeface="Arial"/>
              <a:ea typeface="Arial"/>
              <a:cs typeface="Arial"/>
              <a:sym typeface="Arial"/>
            </a:endParaRPr>
          </a:p>
          <a:p>
            <a:pPr indent="-571500" lvl="0" marL="571500" marR="0" rtl="0" algn="just">
              <a:lnSpc>
                <a:spcPct val="100000"/>
              </a:lnSpc>
              <a:spcBef>
                <a:spcPts val="0"/>
              </a:spcBef>
              <a:spcAft>
                <a:spcPts val="0"/>
              </a:spcAft>
              <a:buClr>
                <a:schemeClr val="dk1"/>
              </a:buClr>
              <a:buSzPts val="4000"/>
              <a:buFont typeface="Arial"/>
              <a:buChar char="•"/>
            </a:pPr>
            <a:r>
              <a:rPr b="0" i="0" lang="es-MX" sz="4000" u="none" cap="none" strike="noStrike">
                <a:solidFill>
                  <a:schemeClr val="dk1"/>
                </a:solidFill>
                <a:latin typeface="Arial"/>
                <a:ea typeface="Arial"/>
                <a:cs typeface="Arial"/>
                <a:sym typeface="Arial"/>
              </a:rPr>
              <a:t>Los datos son altamente estructurados y relativamente estables en esquema. </a:t>
            </a:r>
            <a:endParaRPr b="0" i="0" sz="1400" u="none" cap="none" strike="noStrike">
              <a:solidFill>
                <a:srgbClr val="000000"/>
              </a:solidFill>
              <a:latin typeface="Arial"/>
              <a:ea typeface="Arial"/>
              <a:cs typeface="Arial"/>
              <a:sym typeface="Arial"/>
            </a:endParaRPr>
          </a:p>
          <a:p>
            <a:pPr indent="-317500" lvl="0" marL="571500" marR="0" rtl="0" algn="just">
              <a:lnSpc>
                <a:spcPct val="100000"/>
              </a:lnSpc>
              <a:spcBef>
                <a:spcPts val="0"/>
              </a:spcBef>
              <a:spcAft>
                <a:spcPts val="0"/>
              </a:spcAft>
              <a:buClr>
                <a:schemeClr val="dk1"/>
              </a:buClr>
              <a:buSzPts val="4000"/>
              <a:buFont typeface="Arial"/>
              <a:buNone/>
            </a:pPr>
            <a:r>
              <a:t/>
            </a:r>
            <a:endParaRPr b="0" i="0" sz="40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0"/>
              <a:buFont typeface="Arial"/>
              <a:buNone/>
            </a:pPr>
            <a:r>
              <a:rPr b="0" i="0" lang="es-MX" sz="4000" u="none" cap="none" strike="noStrike">
                <a:solidFill>
                  <a:schemeClr val="dk1"/>
                </a:solidFill>
                <a:latin typeface="Arial"/>
                <a:ea typeface="Arial"/>
                <a:cs typeface="Arial"/>
                <a:sym typeface="Arial"/>
              </a:rPr>
              <a:t>Por ejemplo, sistemas corporativos de contabilidad, ERP, gestión de inventarios, donde los datos encajan bien en tablas normalizadas y la integridad absoluta es prioritaria, suelen funcionar mejor con SQL.</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800"/>
              </a:spcBef>
              <a:spcAft>
                <a:spcPts val="0"/>
              </a:spcAft>
              <a:buClr>
                <a:schemeClr val="dk1"/>
              </a:buClr>
              <a:buSzPts val="4000"/>
              <a:buFont typeface="Arial"/>
              <a:buNone/>
            </a:pPr>
            <a:r>
              <a:t/>
            </a:r>
            <a:endParaRPr b="0" i="0" sz="4000" u="none" cap="none" strike="noStrike">
              <a:solidFill>
                <a:schemeClr val="dk1"/>
              </a:solidFill>
              <a:latin typeface="Arial"/>
              <a:ea typeface="Arial"/>
              <a:cs typeface="Arial"/>
              <a:sym typeface="Arial"/>
            </a:endParaRPr>
          </a:p>
          <a:p>
            <a:pPr indent="0" lvl="0" marL="0" marR="0" rtl="0" algn="just">
              <a:lnSpc>
                <a:spcPct val="100000"/>
              </a:lnSpc>
              <a:spcBef>
                <a:spcPts val="800"/>
              </a:spcBef>
              <a:spcAft>
                <a:spcPts val="0"/>
              </a:spcAft>
              <a:buClr>
                <a:schemeClr val="dk1"/>
              </a:buClr>
              <a:buSzPts val="4000"/>
              <a:buFont typeface="Arial"/>
              <a:buNone/>
            </a:pPr>
            <a:r>
              <a:rPr b="0" i="0" lang="es-MX" sz="4000" u="none" cap="none" strike="noStrike">
                <a:solidFill>
                  <a:schemeClr val="dk1"/>
                </a:solidFill>
                <a:latin typeface="Arial"/>
                <a:ea typeface="Arial"/>
                <a:cs typeface="Arial"/>
                <a:sym typeface="Arial"/>
              </a:rPr>
              <a:t>Las bases relacionales aportan </a:t>
            </a:r>
            <a:r>
              <a:rPr b="0" i="1" lang="es-MX" sz="4000" u="none" cap="none" strike="noStrike">
                <a:solidFill>
                  <a:schemeClr val="dk1"/>
                </a:solidFill>
                <a:latin typeface="Arial"/>
                <a:ea typeface="Arial"/>
                <a:cs typeface="Arial"/>
                <a:sym typeface="Arial"/>
              </a:rPr>
              <a:t>“tranquilidad”</a:t>
            </a:r>
            <a:r>
              <a:rPr b="0" i="0" lang="es-MX" sz="4000" u="none" cap="none" strike="noStrike">
                <a:solidFill>
                  <a:schemeClr val="dk1"/>
                </a:solidFill>
                <a:latin typeface="Arial"/>
                <a:ea typeface="Arial"/>
                <a:cs typeface="Arial"/>
                <a:sym typeface="Arial"/>
              </a:rPr>
              <a:t> en estos casos gracias a su fiabilidad y modelo maduro. En muchos proyectos pequeños o medianos, un SQL bien optimizado puede cubrir las necesidades con suficiencia si el volumen de datos no es gigantesco ni los requerimientos de escalabilidad son extremos.</a:t>
            </a:r>
            <a:endParaRPr b="1" i="0" sz="4000" u="none" cap="none" strike="noStrike">
              <a:solidFill>
                <a:schemeClr val="dk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26"/>
          <p:cNvSpPr txBox="1"/>
          <p:nvPr>
            <p:ph idx="4294967295" type="title"/>
          </p:nvPr>
        </p:nvSpPr>
        <p:spPr>
          <a:xfrm>
            <a:off x="2463676" y="1789113"/>
            <a:ext cx="19708029" cy="22860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8000"/>
              <a:buFont typeface="Calibri"/>
              <a:buNone/>
            </a:pPr>
            <a:r>
              <a:rPr lang="es-MX">
                <a:latin typeface="Roboto"/>
                <a:ea typeface="Roboto"/>
                <a:cs typeface="Roboto"/>
                <a:sym typeface="Roboto"/>
              </a:rPr>
              <a:t>¿CUÁNDO ELEGIR UNA BASE NOSQL?</a:t>
            </a:r>
            <a:endParaRPr b="1">
              <a:latin typeface="Roboto"/>
              <a:ea typeface="Roboto"/>
              <a:cs typeface="Roboto"/>
              <a:sym typeface="Roboto"/>
            </a:endParaRPr>
          </a:p>
        </p:txBody>
      </p:sp>
      <p:sp>
        <p:nvSpPr>
          <p:cNvPr descr="mediana" id="790" name="Google Shape;790;p26"/>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791" name="Google Shape;791;p26"/>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792" name="Google Shape;792;p26"/>
          <p:cNvSpPr txBox="1"/>
          <p:nvPr/>
        </p:nvSpPr>
        <p:spPr>
          <a:xfrm>
            <a:off x="1900518" y="4420399"/>
            <a:ext cx="20271188" cy="6480718"/>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chemeClr val="dk1"/>
              </a:buClr>
              <a:buSzPts val="4000"/>
              <a:buFont typeface="Arial"/>
              <a:buNone/>
            </a:pPr>
            <a:r>
              <a:rPr b="0" i="0" lang="es-MX" sz="4000" u="none" cap="none" strike="noStrike">
                <a:solidFill>
                  <a:schemeClr val="dk1"/>
                </a:solidFill>
                <a:latin typeface="Lato"/>
                <a:ea typeface="Lato"/>
                <a:cs typeface="Lato"/>
                <a:sym typeface="Lato"/>
              </a:rPr>
              <a:t>NoSQL destaca por su </a:t>
            </a:r>
            <a:r>
              <a:rPr b="1" i="0" lang="es-MX" sz="4000" u="none" cap="none" strike="noStrike">
                <a:solidFill>
                  <a:schemeClr val="dk1"/>
                </a:solidFill>
                <a:latin typeface="Lato"/>
                <a:ea typeface="Lato"/>
                <a:cs typeface="Lato"/>
                <a:sym typeface="Lato"/>
              </a:rPr>
              <a:t>flexibilidad, alto rendimiento y escalabilidad horizontal</a:t>
            </a:r>
            <a:r>
              <a:rPr b="0" i="0" lang="es-MX" sz="4000" u="none" cap="none" strike="noStrike">
                <a:solidFill>
                  <a:schemeClr val="dk1"/>
                </a:solidFill>
                <a:latin typeface="Lato"/>
                <a:ea typeface="Lato"/>
                <a:cs typeface="Lato"/>
                <a:sym typeface="Lato"/>
              </a:rPr>
              <a:t> cuando la naturaleza de los datos o la carga lo exige. </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800"/>
              </a:spcBef>
              <a:spcAft>
                <a:spcPts val="0"/>
              </a:spcAft>
              <a:buClr>
                <a:schemeClr val="dk1"/>
              </a:buClr>
              <a:buSzPts val="4000"/>
              <a:buFont typeface="Arial"/>
              <a:buNone/>
            </a:pPr>
            <a:r>
              <a:t/>
            </a:r>
            <a:endParaRPr b="0" i="0" sz="4000" u="none" cap="none" strike="noStrike">
              <a:solidFill>
                <a:schemeClr val="dk1"/>
              </a:solidFill>
              <a:latin typeface="Lato"/>
              <a:ea typeface="Lato"/>
              <a:cs typeface="Lato"/>
              <a:sym typeface="Lato"/>
            </a:endParaRPr>
          </a:p>
          <a:p>
            <a:pPr indent="0" lvl="0" marL="0" marR="0" rtl="0" algn="l">
              <a:lnSpc>
                <a:spcPct val="100000"/>
              </a:lnSpc>
              <a:spcBef>
                <a:spcPts val="800"/>
              </a:spcBef>
              <a:spcAft>
                <a:spcPts val="0"/>
              </a:spcAft>
              <a:buClr>
                <a:schemeClr val="dk1"/>
              </a:buClr>
              <a:buSzPts val="4000"/>
              <a:buFont typeface="Arial"/>
              <a:buNone/>
            </a:pPr>
            <a:r>
              <a:rPr b="0" i="0" lang="es-MX" sz="4000" u="none" cap="none" strike="noStrike">
                <a:solidFill>
                  <a:schemeClr val="dk1"/>
                </a:solidFill>
                <a:latin typeface="Lato"/>
                <a:ea typeface="Lato"/>
                <a:cs typeface="Lato"/>
                <a:sym typeface="Lato"/>
              </a:rPr>
              <a:t>NoSQL encaja cuando </a:t>
            </a:r>
            <a:r>
              <a:rPr b="1" i="0" lang="es-MX" sz="4000" u="none" cap="none" strike="noStrike">
                <a:solidFill>
                  <a:schemeClr val="dk1"/>
                </a:solidFill>
                <a:latin typeface="Lato"/>
                <a:ea typeface="Lato"/>
                <a:cs typeface="Lato"/>
                <a:sym typeface="Lato"/>
              </a:rPr>
              <a:t>“flexibilidad, velocidad y escala son la prioridad”</a:t>
            </a:r>
            <a:r>
              <a:rPr b="0" i="0" lang="es-MX" sz="4000" u="none" cap="none" strike="noStrike">
                <a:solidFill>
                  <a:schemeClr val="dk1"/>
                </a:solidFill>
                <a:latin typeface="Lato"/>
                <a:ea typeface="Lato"/>
                <a:cs typeface="Lato"/>
                <a:sym typeface="Lato"/>
              </a:rPr>
              <a:t>, mientras que SQL sigue reinando cuando </a:t>
            </a:r>
            <a:r>
              <a:rPr b="1" i="0" lang="es-MX" sz="4000" u="none" cap="none" strike="noStrike">
                <a:solidFill>
                  <a:schemeClr val="dk1"/>
                </a:solidFill>
                <a:latin typeface="Lato"/>
                <a:ea typeface="Lato"/>
                <a:cs typeface="Lato"/>
                <a:sym typeface="Lato"/>
              </a:rPr>
              <a:t>“consistencia, estructura definida y operaciones transaccionales”</a:t>
            </a:r>
            <a:r>
              <a:rPr b="0" i="0" lang="es-MX" sz="4000" u="none" cap="none" strike="noStrike">
                <a:solidFill>
                  <a:schemeClr val="dk1"/>
                </a:solidFill>
                <a:latin typeface="Lato"/>
                <a:ea typeface="Lato"/>
                <a:cs typeface="Lato"/>
                <a:sym typeface="Lato"/>
              </a:rPr>
              <a:t> son lo más importante. Un entendimiento claro de los requisitos del proyecto es clave para decidir entre uno u otro enfoque</a:t>
            </a:r>
            <a:endParaRPr b="1" i="0" sz="4000" u="none" cap="none" strike="noStrike">
              <a:solidFill>
                <a:schemeClr val="dk1"/>
              </a:solidFill>
              <a:latin typeface="Lato"/>
              <a:ea typeface="Lato"/>
              <a:cs typeface="Lato"/>
              <a:sym typeface="La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29"/>
          <p:cNvSpPr txBox="1"/>
          <p:nvPr>
            <p:ph idx="4294967295" type="title"/>
          </p:nvPr>
        </p:nvSpPr>
        <p:spPr>
          <a:xfrm>
            <a:off x="1676400" y="3592004"/>
            <a:ext cx="21031200" cy="57054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8800"/>
              <a:buFont typeface="Calibri"/>
              <a:buNone/>
            </a:pPr>
            <a:r>
              <a:rPr lang="es-MX"/>
              <a:t>EJEMPLOS DE BASES DE DATOS NOSQL POPULARES</a:t>
            </a:r>
            <a:endParaRPr b="1"/>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82"/>
          <p:cNvSpPr txBox="1"/>
          <p:nvPr>
            <p:ph idx="4294967295" type="title"/>
          </p:nvPr>
        </p:nvSpPr>
        <p:spPr>
          <a:xfrm>
            <a:off x="1676400" y="3592004"/>
            <a:ext cx="21031200" cy="57054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8800"/>
              <a:buFont typeface="Calibri"/>
              <a:buNone/>
            </a:pPr>
            <a:r>
              <a:rPr lang="es-MX"/>
              <a:t>UN OJITO A UNA NUBE CON UN SERVICIO </a:t>
            </a:r>
            <a:br>
              <a:rPr lang="es-MX"/>
            </a:br>
            <a:r>
              <a:rPr lang="es-MX"/>
              <a:t>NOSQL</a:t>
            </a:r>
            <a:endParaRPr b="1"/>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83"/>
          <p:cNvSpPr txBox="1"/>
          <p:nvPr>
            <p:ph idx="4294967295" type="title"/>
          </p:nvPr>
        </p:nvSpPr>
        <p:spPr>
          <a:xfrm>
            <a:off x="2115671" y="732258"/>
            <a:ext cx="19804652" cy="2286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8000"/>
              <a:buFont typeface="Calibri"/>
              <a:buNone/>
            </a:pPr>
            <a:r>
              <a:rPr lang="es-MX" sz="8000">
                <a:latin typeface="Roboto"/>
                <a:ea typeface="Roboto"/>
                <a:cs typeface="Roboto"/>
                <a:sym typeface="Roboto"/>
              </a:rPr>
              <a:t>GOOGLE FIREBASE FIRESTORE: ESTRUCTURA Y CONSULTAS BÁSICAS</a:t>
            </a:r>
            <a:endParaRPr b="1" sz="8000">
              <a:latin typeface="Roboto"/>
              <a:ea typeface="Roboto"/>
              <a:cs typeface="Roboto"/>
              <a:sym typeface="Roboto"/>
            </a:endParaRPr>
          </a:p>
        </p:txBody>
      </p:sp>
      <p:sp>
        <p:nvSpPr>
          <p:cNvPr descr="mediana" id="811" name="Google Shape;811;p83"/>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812" name="Google Shape;812;p83"/>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13" name="Google Shape;813;p83"/>
          <p:cNvSpPr txBox="1"/>
          <p:nvPr/>
        </p:nvSpPr>
        <p:spPr>
          <a:xfrm>
            <a:off x="1380565" y="3617641"/>
            <a:ext cx="20539758" cy="6480718"/>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chemeClr val="dk1"/>
              </a:buClr>
              <a:buSzPts val="3200"/>
              <a:buFont typeface="Arial"/>
              <a:buNone/>
            </a:pPr>
            <a:r>
              <a:rPr b="0" i="0" lang="es-MX" sz="3200" u="none" cap="none" strike="noStrike">
                <a:solidFill>
                  <a:schemeClr val="dk1"/>
                </a:solidFill>
                <a:latin typeface="Lato"/>
                <a:ea typeface="Lato"/>
                <a:cs typeface="Lato"/>
                <a:sym typeface="Lato"/>
              </a:rPr>
              <a:t>Habiendo discutido los principios generales, los aplicaremos a </a:t>
            </a:r>
            <a:r>
              <a:rPr b="1" i="0" lang="es-MX" sz="3200" u="none" cap="none" strike="noStrike">
                <a:solidFill>
                  <a:schemeClr val="dk1"/>
                </a:solidFill>
                <a:latin typeface="Lato"/>
                <a:ea typeface="Lato"/>
                <a:cs typeface="Lato"/>
                <a:sym typeface="Lato"/>
              </a:rPr>
              <a:t>Google Firebase Firestore</a:t>
            </a:r>
            <a:r>
              <a:rPr b="0" i="0" lang="es-MX" sz="3200" u="none" cap="none" strike="noStrike">
                <a:solidFill>
                  <a:schemeClr val="dk1"/>
                </a:solidFill>
                <a:latin typeface="Lato"/>
                <a:ea typeface="Lato"/>
                <a:cs typeface="Lato"/>
                <a:sym typeface="Lato"/>
              </a:rPr>
              <a:t>, que utilizaremos en ejercicios prácticos. </a:t>
            </a:r>
            <a:r>
              <a:rPr b="1" i="0" lang="es-MX" sz="3200" u="none" cap="none" strike="noStrike">
                <a:solidFill>
                  <a:schemeClr val="dk1"/>
                </a:solidFill>
                <a:latin typeface="Lato"/>
                <a:ea typeface="Lato"/>
                <a:cs typeface="Lato"/>
                <a:sym typeface="Lato"/>
              </a:rPr>
              <a:t>Firestore</a:t>
            </a:r>
            <a:r>
              <a:rPr b="0" i="0" lang="es-MX" sz="3200" u="none" cap="none" strike="noStrike">
                <a:solidFill>
                  <a:schemeClr val="dk1"/>
                </a:solidFill>
                <a:latin typeface="Lato"/>
                <a:ea typeface="Lato"/>
                <a:cs typeface="Lato"/>
                <a:sym typeface="Lato"/>
              </a:rPr>
              <a:t> es una base de datos NoSQL </a:t>
            </a:r>
            <a:r>
              <a:rPr b="1" i="0" lang="es-MX" sz="3200" u="none" cap="none" strike="noStrike">
                <a:solidFill>
                  <a:schemeClr val="dk1"/>
                </a:solidFill>
                <a:latin typeface="Lato"/>
                <a:ea typeface="Lato"/>
                <a:cs typeface="Lato"/>
                <a:sym typeface="Lato"/>
              </a:rPr>
              <a:t>orientada a documentos</a:t>
            </a:r>
            <a:r>
              <a:rPr b="0" i="0" lang="es-MX" sz="3200" u="none" cap="none" strike="noStrike">
                <a:solidFill>
                  <a:schemeClr val="dk1"/>
                </a:solidFill>
                <a:latin typeface="Lato"/>
                <a:ea typeface="Lato"/>
                <a:cs typeface="Lato"/>
                <a:sym typeface="Lato"/>
              </a:rPr>
              <a:t> alojada en la nube de Firebase/Google Cloud. </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640"/>
              </a:spcBef>
              <a:spcAft>
                <a:spcPts val="0"/>
              </a:spcAft>
              <a:buClr>
                <a:schemeClr val="dk1"/>
              </a:buClr>
              <a:buSzPts val="3200"/>
              <a:buFont typeface="Arial"/>
              <a:buNone/>
            </a:pPr>
            <a:r>
              <a:t/>
            </a:r>
            <a:endParaRPr b="0" i="0" sz="3200" u="none" cap="none" strike="noStrike">
              <a:solidFill>
                <a:schemeClr val="dk1"/>
              </a:solidFill>
              <a:latin typeface="Lato"/>
              <a:ea typeface="Lato"/>
              <a:cs typeface="Lato"/>
              <a:sym typeface="Lato"/>
            </a:endParaRPr>
          </a:p>
          <a:p>
            <a:pPr indent="0" lvl="0" marL="0" marR="0" rtl="0" algn="l">
              <a:lnSpc>
                <a:spcPct val="100000"/>
              </a:lnSpc>
              <a:spcBef>
                <a:spcPts val="640"/>
              </a:spcBef>
              <a:spcAft>
                <a:spcPts val="0"/>
              </a:spcAft>
              <a:buClr>
                <a:schemeClr val="dk1"/>
              </a:buClr>
              <a:buSzPts val="3200"/>
              <a:buFont typeface="Arial"/>
              <a:buNone/>
            </a:pPr>
            <a:r>
              <a:rPr b="0" i="0" lang="es-MX" sz="3200" u="none" cap="none" strike="noStrike">
                <a:solidFill>
                  <a:schemeClr val="dk1"/>
                </a:solidFill>
                <a:latin typeface="Lato"/>
                <a:ea typeface="Lato"/>
                <a:cs typeface="Lato"/>
                <a:sym typeface="Lato"/>
              </a:rPr>
              <a:t>Vamos a ver algunas características importantes de su </a:t>
            </a:r>
            <a:r>
              <a:rPr b="1" i="0" lang="es-MX" sz="3200" u="none" cap="none" strike="noStrike">
                <a:solidFill>
                  <a:schemeClr val="dk1"/>
                </a:solidFill>
                <a:latin typeface="Lato"/>
                <a:ea typeface="Lato"/>
                <a:cs typeface="Lato"/>
                <a:sym typeface="Lato"/>
              </a:rPr>
              <a:t>modelo de datos</a:t>
            </a:r>
            <a:endParaRPr b="0" i="0" sz="3200" u="none" cap="none" strike="noStrike">
              <a:solidFill>
                <a:schemeClr val="dk1"/>
              </a:solidFill>
              <a:latin typeface="Lato"/>
              <a:ea typeface="Lato"/>
              <a:cs typeface="Lato"/>
              <a:sym typeface="Lato"/>
            </a:endParaRPr>
          </a:p>
        </p:txBody>
      </p:sp>
      <p:pic>
        <p:nvPicPr>
          <p:cNvPr descr="The Journey of Firebase 🔥 — Cloud Firestore | by Manuel Ernesto | Medium" id="814" name="Google Shape;814;p83"/>
          <p:cNvPicPr preferRelativeResize="0"/>
          <p:nvPr/>
        </p:nvPicPr>
        <p:blipFill rotWithShape="1">
          <a:blip r:embed="rId3">
            <a:alphaModFix/>
          </a:blip>
          <a:srcRect b="0" l="0" r="0" t="0"/>
          <a:stretch/>
        </p:blipFill>
        <p:spPr>
          <a:xfrm>
            <a:off x="6477000" y="7574381"/>
            <a:ext cx="11430000" cy="35242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22"/>
          <p:cNvSpPr txBox="1"/>
          <p:nvPr>
            <p:ph idx="4294967295" type="title"/>
          </p:nvPr>
        </p:nvSpPr>
        <p:spPr>
          <a:xfrm>
            <a:off x="1828800" y="516903"/>
            <a:ext cx="20091523" cy="27462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8000"/>
              <a:buFont typeface="Arial"/>
              <a:buNone/>
            </a:pPr>
            <a:r>
              <a:rPr lang="es-MX">
                <a:latin typeface="Roboto"/>
                <a:ea typeface="Roboto"/>
                <a:cs typeface="Roboto"/>
                <a:sym typeface="Roboto"/>
              </a:rPr>
              <a:t>COLECCIONES Y DOCUMENTOS</a:t>
            </a:r>
            <a:endParaRPr/>
          </a:p>
        </p:txBody>
      </p:sp>
      <p:sp>
        <p:nvSpPr>
          <p:cNvPr descr="mediana" id="821" name="Google Shape;821;p22"/>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822" name="Google Shape;822;p22"/>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23" name="Google Shape;823;p22"/>
          <p:cNvSpPr txBox="1"/>
          <p:nvPr/>
        </p:nvSpPr>
        <p:spPr>
          <a:xfrm>
            <a:off x="1828800" y="3617641"/>
            <a:ext cx="20091523" cy="6480718"/>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chemeClr val="dk1"/>
              </a:buClr>
              <a:buSzPts val="3200"/>
              <a:buFont typeface="Arial"/>
              <a:buNone/>
            </a:pPr>
            <a:r>
              <a:rPr b="0" i="0" lang="es-MX" sz="3200" u="none" cap="none" strike="noStrike">
                <a:solidFill>
                  <a:schemeClr val="dk1"/>
                </a:solidFill>
                <a:latin typeface="Lato"/>
                <a:ea typeface="Lato"/>
                <a:cs typeface="Lato"/>
                <a:sym typeface="Lato"/>
              </a:rPr>
              <a:t>Los datos se organizan en </a:t>
            </a:r>
            <a:r>
              <a:rPr b="1" i="0" lang="es-MX" sz="3200" u="none" cap="none" strike="noStrike">
                <a:solidFill>
                  <a:schemeClr val="dk1"/>
                </a:solidFill>
                <a:latin typeface="Lato"/>
                <a:ea typeface="Lato"/>
                <a:cs typeface="Lato"/>
                <a:sym typeface="Lato"/>
              </a:rPr>
              <a:t>colecciones</a:t>
            </a:r>
            <a:r>
              <a:rPr b="0" i="0" lang="es-MX" sz="3200" u="none" cap="none" strike="noStrike">
                <a:solidFill>
                  <a:schemeClr val="dk1"/>
                </a:solidFill>
                <a:latin typeface="Lato"/>
                <a:ea typeface="Lato"/>
                <a:cs typeface="Lato"/>
                <a:sym typeface="Lato"/>
              </a:rPr>
              <a:t> y </a:t>
            </a:r>
            <a:r>
              <a:rPr b="1" i="0" lang="es-MX" sz="3200" u="none" cap="none" strike="noStrike">
                <a:solidFill>
                  <a:schemeClr val="dk1"/>
                </a:solidFill>
                <a:latin typeface="Lato"/>
                <a:ea typeface="Lato"/>
                <a:cs typeface="Lato"/>
                <a:sym typeface="Lato"/>
              </a:rPr>
              <a:t>documentos</a:t>
            </a:r>
            <a:r>
              <a:rPr b="0" i="0" lang="es-MX" sz="3200" u="none" cap="none" strike="noStrike">
                <a:solidFill>
                  <a:schemeClr val="dk1"/>
                </a:solidFill>
                <a:latin typeface="Lato"/>
                <a:ea typeface="Lato"/>
                <a:cs typeface="Lato"/>
                <a:sym typeface="Lato"/>
              </a:rPr>
              <a:t> (en lugar de bases/esquemas y tablas de SQL). Una </a:t>
            </a:r>
            <a:r>
              <a:rPr b="1" i="0" lang="es-MX" sz="3200" u="none" cap="none" strike="noStrike">
                <a:solidFill>
                  <a:schemeClr val="dk1"/>
                </a:solidFill>
                <a:latin typeface="Lato"/>
                <a:ea typeface="Lato"/>
                <a:cs typeface="Lato"/>
                <a:sym typeface="Lato"/>
              </a:rPr>
              <a:t>colección</a:t>
            </a:r>
            <a:r>
              <a:rPr b="0" i="0" lang="es-MX" sz="3200" u="none" cap="none" strike="noStrike">
                <a:solidFill>
                  <a:schemeClr val="dk1"/>
                </a:solidFill>
                <a:latin typeface="Lato"/>
                <a:ea typeface="Lato"/>
                <a:cs typeface="Lato"/>
                <a:sym typeface="Lato"/>
              </a:rPr>
              <a:t> es un contenedor de documentos, similar a una tabla, pero sin un esquema fijo. Un </a:t>
            </a:r>
            <a:r>
              <a:rPr b="1" i="0" lang="es-MX" sz="3200" u="none" cap="none" strike="noStrike">
                <a:solidFill>
                  <a:schemeClr val="dk1"/>
                </a:solidFill>
                <a:latin typeface="Lato"/>
                <a:ea typeface="Lato"/>
                <a:cs typeface="Lato"/>
                <a:sym typeface="Lato"/>
              </a:rPr>
              <a:t>documento</a:t>
            </a:r>
            <a:r>
              <a:rPr b="0" i="0" lang="es-MX" sz="3200" u="none" cap="none" strike="noStrike">
                <a:solidFill>
                  <a:schemeClr val="dk1"/>
                </a:solidFill>
                <a:latin typeface="Lato"/>
                <a:ea typeface="Lato"/>
                <a:cs typeface="Lato"/>
                <a:sym typeface="Lato"/>
              </a:rPr>
              <a:t> es la unidad atómica de almacenamiento, equivalente a una fila pero en formato JSON (pares clave-valor). Cada documento tiene un ID único dentro de su colección.</a:t>
            </a:r>
            <a:endParaRPr b="0" i="0" sz="3200" u="none" cap="none" strike="noStrike">
              <a:solidFill>
                <a:schemeClr val="dk1"/>
              </a:solidFill>
              <a:latin typeface="Lato"/>
              <a:ea typeface="Lato"/>
              <a:cs typeface="Lato"/>
              <a:sym typeface="Lato"/>
            </a:endParaRPr>
          </a:p>
        </p:txBody>
      </p:sp>
      <p:pic>
        <p:nvPicPr>
          <p:cNvPr descr="Cloud Firestore Data model | Firebase" id="824" name="Google Shape;824;p22"/>
          <p:cNvPicPr preferRelativeResize="0"/>
          <p:nvPr/>
        </p:nvPicPr>
        <p:blipFill rotWithShape="1">
          <a:blip r:embed="rId3">
            <a:alphaModFix/>
          </a:blip>
          <a:srcRect b="0" l="0" r="0" t="0"/>
          <a:stretch/>
        </p:blipFill>
        <p:spPr>
          <a:xfrm>
            <a:off x="7799471" y="5878396"/>
            <a:ext cx="9766634" cy="7534261"/>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23"/>
          <p:cNvSpPr txBox="1"/>
          <p:nvPr>
            <p:ph idx="4294967295" type="title"/>
          </p:nvPr>
        </p:nvSpPr>
        <p:spPr>
          <a:xfrm>
            <a:off x="4333875" y="516904"/>
            <a:ext cx="15716250" cy="2286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8000"/>
              <a:buFont typeface="Arial"/>
              <a:buNone/>
            </a:pPr>
            <a:r>
              <a:rPr lang="es-MX">
                <a:latin typeface="Roboto"/>
                <a:ea typeface="Roboto"/>
                <a:cs typeface="Roboto"/>
                <a:sym typeface="Roboto"/>
              </a:rPr>
              <a:t>TIPOS DE DATOS</a:t>
            </a:r>
            <a:endParaRPr/>
          </a:p>
        </p:txBody>
      </p:sp>
      <p:sp>
        <p:nvSpPr>
          <p:cNvPr descr="mediana" id="831" name="Google Shape;831;p23"/>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832" name="Google Shape;832;p23"/>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33" name="Google Shape;833;p23"/>
          <p:cNvSpPr txBox="1"/>
          <p:nvPr/>
        </p:nvSpPr>
        <p:spPr>
          <a:xfrm>
            <a:off x="14871700" y="4532050"/>
            <a:ext cx="6705600" cy="6480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chemeClr val="dk1"/>
              </a:buClr>
              <a:buSzPts val="3200"/>
              <a:buFont typeface="Arial"/>
              <a:buNone/>
            </a:pPr>
            <a:r>
              <a:rPr b="0" i="0" lang="es-MX" sz="3200" u="none" cap="none" strike="noStrike">
                <a:solidFill>
                  <a:schemeClr val="dk1"/>
                </a:solidFill>
                <a:latin typeface="Arial"/>
                <a:ea typeface="Arial"/>
                <a:cs typeface="Arial"/>
                <a:sym typeface="Arial"/>
              </a:rPr>
              <a:t>Los documentos pueden contener campos simples (números, strings, booleanos, fechas, etc.) y también </a:t>
            </a:r>
            <a:r>
              <a:rPr b="1" i="0" lang="es-MX" sz="3200" u="none" cap="none" strike="noStrike">
                <a:solidFill>
                  <a:schemeClr val="dk1"/>
                </a:solidFill>
                <a:latin typeface="Arial"/>
                <a:ea typeface="Arial"/>
                <a:cs typeface="Arial"/>
                <a:sym typeface="Arial"/>
              </a:rPr>
              <a:t>objetos anidados</a:t>
            </a:r>
            <a:r>
              <a:rPr b="0" i="0" lang="es-MX" sz="3200" u="none" cap="none" strike="noStrike">
                <a:solidFill>
                  <a:schemeClr val="dk1"/>
                </a:solidFill>
                <a:latin typeface="Arial"/>
                <a:ea typeface="Arial"/>
                <a:cs typeface="Arial"/>
                <a:sym typeface="Arial"/>
              </a:rPr>
              <a:t> (llamados </a:t>
            </a:r>
            <a:r>
              <a:rPr b="0" i="1" lang="es-MX" sz="3200" u="none" cap="none" strike="noStrike">
                <a:solidFill>
                  <a:schemeClr val="dk1"/>
                </a:solidFill>
                <a:latin typeface="Arial"/>
                <a:ea typeface="Arial"/>
                <a:cs typeface="Arial"/>
                <a:sym typeface="Arial"/>
              </a:rPr>
              <a:t>mapas</a:t>
            </a:r>
            <a:r>
              <a:rPr b="0" i="0" lang="es-MX" sz="3200" u="none" cap="none" strike="noStrike">
                <a:solidFill>
                  <a:schemeClr val="dk1"/>
                </a:solidFill>
                <a:latin typeface="Arial"/>
                <a:ea typeface="Arial"/>
                <a:cs typeface="Arial"/>
                <a:sym typeface="Arial"/>
              </a:rPr>
              <a:t>) y </a:t>
            </a:r>
            <a:r>
              <a:rPr b="1" i="0" lang="es-MX" sz="3200" u="none" cap="none" strike="noStrike">
                <a:solidFill>
                  <a:schemeClr val="dk1"/>
                </a:solidFill>
                <a:latin typeface="Arial"/>
                <a:ea typeface="Arial"/>
                <a:cs typeface="Arial"/>
                <a:sym typeface="Arial"/>
              </a:rPr>
              <a:t>arreglos</a:t>
            </a:r>
            <a:r>
              <a:rPr b="0" i="0" lang="es-MX" sz="3200" u="none" cap="none" strike="noStrike">
                <a:solidFill>
                  <a:schemeClr val="dk1"/>
                </a:solidFill>
                <a:latin typeface="Arial"/>
                <a:ea typeface="Arial"/>
                <a:cs typeface="Arial"/>
                <a:sym typeface="Arial"/>
              </a:rPr>
              <a:t>. Esto permite estructurar datos jerárquicamente dentro de un mismo documento. (Por ejemplo, un documento de usuario puede tener un mapa dirección con campos calle, ciudad, etc., o un arreglo teléfonos con una lista de números).</a:t>
            </a:r>
            <a:endParaRPr b="0" i="0" sz="1400" u="none" cap="none" strike="noStrike">
              <a:solidFill>
                <a:srgbClr val="000000"/>
              </a:solidFill>
              <a:latin typeface="Arial"/>
              <a:ea typeface="Arial"/>
              <a:cs typeface="Arial"/>
              <a:sym typeface="Arial"/>
            </a:endParaRPr>
          </a:p>
        </p:txBody>
      </p:sp>
      <p:pic>
        <p:nvPicPr>
          <p:cNvPr id="834" name="Google Shape;834;p23"/>
          <p:cNvPicPr preferRelativeResize="0"/>
          <p:nvPr/>
        </p:nvPicPr>
        <p:blipFill rotWithShape="1">
          <a:blip r:embed="rId3">
            <a:alphaModFix/>
          </a:blip>
          <a:srcRect b="0" l="0" r="0" t="0"/>
          <a:stretch/>
        </p:blipFill>
        <p:spPr>
          <a:xfrm>
            <a:off x="190500" y="3617700"/>
            <a:ext cx="13668038" cy="6480599"/>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24"/>
          <p:cNvSpPr txBox="1"/>
          <p:nvPr>
            <p:ph idx="4294967295" type="title"/>
          </p:nvPr>
        </p:nvSpPr>
        <p:spPr>
          <a:xfrm>
            <a:off x="4333875" y="516904"/>
            <a:ext cx="15716250" cy="2286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8000"/>
              <a:buFont typeface="Arial"/>
              <a:buNone/>
            </a:pPr>
            <a:r>
              <a:rPr lang="es-MX">
                <a:latin typeface="Roboto"/>
                <a:ea typeface="Roboto"/>
                <a:cs typeface="Roboto"/>
                <a:sym typeface="Roboto"/>
              </a:rPr>
              <a:t>ESQUEMA FLEXIBLE</a:t>
            </a:r>
            <a:endParaRPr/>
          </a:p>
        </p:txBody>
      </p:sp>
      <p:sp>
        <p:nvSpPr>
          <p:cNvPr descr="mediana" id="841" name="Google Shape;841;p24"/>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842" name="Google Shape;842;p24"/>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43" name="Google Shape;843;p24"/>
          <p:cNvSpPr txBox="1"/>
          <p:nvPr/>
        </p:nvSpPr>
        <p:spPr>
          <a:xfrm>
            <a:off x="1559859" y="3617641"/>
            <a:ext cx="20360464" cy="6480718"/>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chemeClr val="dk1"/>
              </a:buClr>
              <a:buSzPts val="3200"/>
              <a:buFont typeface="Arial"/>
              <a:buNone/>
            </a:pPr>
            <a:r>
              <a:rPr b="0" i="0" lang="es-MX" sz="3200" u="none" cap="none" strike="noStrike">
                <a:solidFill>
                  <a:schemeClr val="dk1"/>
                </a:solidFill>
                <a:latin typeface="Lato"/>
                <a:ea typeface="Lato"/>
                <a:cs typeface="Lato"/>
                <a:sym typeface="Lato"/>
              </a:rPr>
              <a:t>Firestore </a:t>
            </a:r>
            <a:r>
              <a:rPr b="1" i="0" lang="es-MX" sz="3200" u="none" cap="none" strike="noStrike">
                <a:solidFill>
                  <a:schemeClr val="dk1"/>
                </a:solidFill>
                <a:latin typeface="Lato"/>
                <a:ea typeface="Lato"/>
                <a:cs typeface="Lato"/>
                <a:sym typeface="Lato"/>
              </a:rPr>
              <a:t>no tiene un esquema fijo</a:t>
            </a:r>
            <a:r>
              <a:rPr b="0" i="0" lang="es-MX" sz="3200" u="none" cap="none" strike="noStrike">
                <a:solidFill>
                  <a:schemeClr val="dk1"/>
                </a:solidFill>
                <a:latin typeface="Lato"/>
                <a:ea typeface="Lato"/>
                <a:cs typeface="Lato"/>
                <a:sym typeface="Lato"/>
              </a:rPr>
              <a:t>: cada documento en la misma colección puede tener campos distintos, aunque en la práctica las aplicaciones suelen seguir un formato similar para documentos de la misma colección. Esta flexibilidad permite evolucionar el modelo de datos sin migraciones rígidas.</a:t>
            </a:r>
            <a:endParaRPr b="0" i="0" sz="1400" u="none" cap="none" strike="noStrike">
              <a:solidFill>
                <a:srgbClr val="000000"/>
              </a:solidFill>
              <a:latin typeface="Lato"/>
              <a:ea typeface="Lato"/>
              <a:cs typeface="Lato"/>
              <a:sym typeface="Lato"/>
            </a:endParaRPr>
          </a:p>
        </p:txBody>
      </p:sp>
      <p:pic>
        <p:nvPicPr>
          <p:cNvPr descr="concepto de trabajo flexible 2120506 Vector en Vecteezy" id="844" name="Google Shape;844;p24"/>
          <p:cNvPicPr preferRelativeResize="0"/>
          <p:nvPr/>
        </p:nvPicPr>
        <p:blipFill rotWithShape="1">
          <a:blip r:embed="rId3">
            <a:alphaModFix/>
          </a:blip>
          <a:srcRect b="0" l="0" r="0" t="0"/>
          <a:stretch/>
        </p:blipFill>
        <p:spPr>
          <a:xfrm>
            <a:off x="7781173" y="7162800"/>
            <a:ext cx="8212054" cy="5474703"/>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84"/>
          <p:cNvSpPr txBox="1"/>
          <p:nvPr>
            <p:ph idx="4294967295" type="title"/>
          </p:nvPr>
        </p:nvSpPr>
        <p:spPr>
          <a:xfrm>
            <a:off x="4333875" y="516904"/>
            <a:ext cx="15716250" cy="2286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8000"/>
              <a:buFont typeface="Arial"/>
              <a:buNone/>
            </a:pPr>
            <a:r>
              <a:rPr lang="es-MX">
                <a:latin typeface="Roboto"/>
                <a:ea typeface="Roboto"/>
                <a:cs typeface="Roboto"/>
                <a:sym typeface="Roboto"/>
              </a:rPr>
              <a:t>SUBCOLECCIONES</a:t>
            </a:r>
            <a:endParaRPr/>
          </a:p>
        </p:txBody>
      </p:sp>
      <p:sp>
        <p:nvSpPr>
          <p:cNvPr descr="mediana" id="851" name="Google Shape;851;p84"/>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852" name="Google Shape;852;p84"/>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53" name="Google Shape;853;p84"/>
          <p:cNvSpPr txBox="1"/>
          <p:nvPr/>
        </p:nvSpPr>
        <p:spPr>
          <a:xfrm>
            <a:off x="2348753" y="3617641"/>
            <a:ext cx="19571570" cy="6480718"/>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chemeClr val="dk1"/>
              </a:buClr>
              <a:buSzPts val="3200"/>
              <a:buFont typeface="Arial"/>
              <a:buNone/>
            </a:pPr>
            <a:r>
              <a:rPr b="0" i="0" lang="es-MX" sz="3200" u="none" cap="none" strike="noStrike">
                <a:solidFill>
                  <a:schemeClr val="dk1"/>
                </a:solidFill>
                <a:latin typeface="Arial"/>
                <a:ea typeface="Arial"/>
                <a:cs typeface="Arial"/>
                <a:sym typeface="Arial"/>
              </a:rPr>
              <a:t>Las colecciones pueden contener </a:t>
            </a:r>
            <a:r>
              <a:rPr b="1" i="0" lang="es-MX" sz="3200" u="none" cap="none" strike="noStrike">
                <a:solidFill>
                  <a:schemeClr val="dk1"/>
                </a:solidFill>
                <a:latin typeface="Arial"/>
                <a:ea typeface="Arial"/>
                <a:cs typeface="Arial"/>
                <a:sym typeface="Arial"/>
              </a:rPr>
              <a:t>subcolecciones</a:t>
            </a:r>
            <a:r>
              <a:rPr b="0" i="0" lang="es-MX" sz="3200" u="none" cap="none" strike="noStrike">
                <a:solidFill>
                  <a:schemeClr val="dk1"/>
                </a:solidFill>
                <a:latin typeface="Arial"/>
                <a:ea typeface="Arial"/>
                <a:cs typeface="Arial"/>
                <a:sym typeface="Arial"/>
              </a:rPr>
              <a:t> anidadas dentro de documentos, creando una jerarquía.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0"/>
              </a:spcBef>
              <a:spcAft>
                <a:spcPts val="0"/>
              </a:spcAft>
              <a:buClr>
                <a:schemeClr val="dk1"/>
              </a:buClr>
              <a:buSzPts val="3200"/>
              <a:buFont typeface="Arial"/>
              <a:buNone/>
            </a:pPr>
            <a:r>
              <a:t/>
            </a:r>
            <a:endParaRPr b="0" i="0" sz="3200" u="none" cap="none" strike="noStrike">
              <a:solidFill>
                <a:schemeClr val="dk1"/>
              </a:solidFill>
              <a:latin typeface="Arial"/>
              <a:ea typeface="Arial"/>
              <a:cs typeface="Arial"/>
              <a:sym typeface="Arial"/>
            </a:endParaRPr>
          </a:p>
          <a:p>
            <a:pPr indent="0" lvl="0" marL="0" marR="0" rtl="0" algn="l">
              <a:lnSpc>
                <a:spcPct val="100000"/>
              </a:lnSpc>
              <a:spcBef>
                <a:spcPts val="640"/>
              </a:spcBef>
              <a:spcAft>
                <a:spcPts val="0"/>
              </a:spcAft>
              <a:buClr>
                <a:schemeClr val="dk1"/>
              </a:buClr>
              <a:buSzPts val="3200"/>
              <a:buFont typeface="Arial"/>
              <a:buNone/>
            </a:pPr>
            <a:r>
              <a:rPr b="0" i="0" lang="es-MX" sz="3200" u="none" cap="none" strike="noStrike">
                <a:solidFill>
                  <a:schemeClr val="dk1"/>
                </a:solidFill>
                <a:latin typeface="Arial"/>
                <a:ea typeface="Arial"/>
                <a:cs typeface="Arial"/>
                <a:sym typeface="Arial"/>
              </a:rPr>
              <a:t>Por ejemplo, podríamos tener una colección </a:t>
            </a:r>
            <a:r>
              <a:rPr b="1" i="0" lang="es-MX" sz="3200" u="none" cap="none" strike="noStrike">
                <a:solidFill>
                  <a:schemeClr val="dk1"/>
                </a:solidFill>
                <a:latin typeface="Arial"/>
                <a:ea typeface="Arial"/>
                <a:cs typeface="Arial"/>
                <a:sym typeface="Arial"/>
              </a:rPr>
              <a:t>users</a:t>
            </a:r>
            <a:r>
              <a:rPr b="0" i="0" lang="es-MX" sz="3200" u="none" cap="none" strike="noStrike">
                <a:solidFill>
                  <a:schemeClr val="dk1"/>
                </a:solidFill>
                <a:latin typeface="Arial"/>
                <a:ea typeface="Arial"/>
                <a:cs typeface="Arial"/>
                <a:sym typeface="Arial"/>
              </a:rPr>
              <a:t>, y dentro de cada documento de usuario, una subcolección </a:t>
            </a:r>
            <a:r>
              <a:rPr b="1" i="0" lang="es-MX" sz="3200" u="none" cap="none" strike="noStrike">
                <a:solidFill>
                  <a:schemeClr val="dk1"/>
                </a:solidFill>
                <a:latin typeface="Arial"/>
                <a:ea typeface="Arial"/>
                <a:cs typeface="Arial"/>
                <a:sym typeface="Arial"/>
              </a:rPr>
              <a:t>orders</a:t>
            </a:r>
            <a:r>
              <a:rPr b="0" i="0" lang="es-MX" sz="3200" u="none" cap="none" strike="noStrike">
                <a:solidFill>
                  <a:schemeClr val="dk1"/>
                </a:solidFill>
                <a:latin typeface="Arial"/>
                <a:ea typeface="Arial"/>
                <a:cs typeface="Arial"/>
                <a:sym typeface="Arial"/>
              </a:rPr>
              <a:t> con sus órdenes de compra.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0"/>
              </a:spcBef>
              <a:spcAft>
                <a:spcPts val="0"/>
              </a:spcAft>
              <a:buClr>
                <a:schemeClr val="dk1"/>
              </a:buClr>
              <a:buSzPts val="3200"/>
              <a:buFont typeface="Arial"/>
              <a:buNone/>
            </a:pPr>
            <a:r>
              <a:t/>
            </a:r>
            <a:endParaRPr b="0" i="0" sz="3200" u="none" cap="none" strike="noStrike">
              <a:solidFill>
                <a:schemeClr val="dk1"/>
              </a:solidFill>
              <a:latin typeface="Arial"/>
              <a:ea typeface="Arial"/>
              <a:cs typeface="Arial"/>
              <a:sym typeface="Arial"/>
            </a:endParaRPr>
          </a:p>
          <a:p>
            <a:pPr indent="0" lvl="0" marL="0" marR="0" rtl="0" algn="l">
              <a:lnSpc>
                <a:spcPct val="100000"/>
              </a:lnSpc>
              <a:spcBef>
                <a:spcPts val="640"/>
              </a:spcBef>
              <a:spcAft>
                <a:spcPts val="0"/>
              </a:spcAft>
              <a:buClr>
                <a:schemeClr val="dk1"/>
              </a:buClr>
              <a:buSzPts val="3200"/>
              <a:buFont typeface="Arial"/>
              <a:buNone/>
            </a:pPr>
            <a:r>
              <a:rPr b="0" i="0" lang="es-MX" sz="3200" u="none" cap="none" strike="noStrike">
                <a:solidFill>
                  <a:schemeClr val="dk1"/>
                </a:solidFill>
                <a:latin typeface="Arial"/>
                <a:ea typeface="Arial"/>
                <a:cs typeface="Arial"/>
                <a:sym typeface="Arial"/>
              </a:rPr>
              <a:t>Esta anidación facilita organizar datos relacionados; sin embargo, una subcolección es conceptualmente </a:t>
            </a:r>
            <a:r>
              <a:rPr b="1" i="0" lang="es-MX" sz="3200" u="none" cap="none" strike="noStrike">
                <a:solidFill>
                  <a:schemeClr val="dk1"/>
                </a:solidFill>
                <a:latin typeface="Arial"/>
                <a:ea typeface="Arial"/>
                <a:cs typeface="Arial"/>
                <a:sym typeface="Arial"/>
              </a:rPr>
              <a:t>independiente</a:t>
            </a:r>
            <a:r>
              <a:rPr b="0" i="0" lang="es-MX" sz="3200" u="none" cap="none" strike="noStrike">
                <a:solidFill>
                  <a:schemeClr val="dk1"/>
                </a:solidFill>
                <a:latin typeface="Arial"/>
                <a:ea typeface="Arial"/>
                <a:cs typeface="Arial"/>
                <a:sym typeface="Arial"/>
              </a:rPr>
              <a:t> (no se carga automáticamente junto con el documento padre, hay que consultarla aparte si la necesitas).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0"/>
              </a:spcBef>
              <a:spcAft>
                <a:spcPts val="0"/>
              </a:spcAft>
              <a:buClr>
                <a:schemeClr val="dk1"/>
              </a:buClr>
              <a:buSzPts val="3200"/>
              <a:buFont typeface="Arial"/>
              <a:buNone/>
            </a:pPr>
            <a:r>
              <a:t/>
            </a:r>
            <a:endParaRPr b="0" i="0" sz="3200" u="none" cap="none" strike="noStrike">
              <a:solidFill>
                <a:schemeClr val="dk1"/>
              </a:solidFill>
              <a:latin typeface="Arial"/>
              <a:ea typeface="Arial"/>
              <a:cs typeface="Arial"/>
              <a:sym typeface="Arial"/>
            </a:endParaRPr>
          </a:p>
          <a:p>
            <a:pPr indent="0" lvl="0" marL="0" marR="0" rtl="0" algn="l">
              <a:lnSpc>
                <a:spcPct val="100000"/>
              </a:lnSpc>
              <a:spcBef>
                <a:spcPts val="640"/>
              </a:spcBef>
              <a:spcAft>
                <a:spcPts val="0"/>
              </a:spcAft>
              <a:buClr>
                <a:schemeClr val="dk1"/>
              </a:buClr>
              <a:buSzPts val="3200"/>
              <a:buFont typeface="Arial"/>
              <a:buNone/>
            </a:pPr>
            <a:r>
              <a:rPr b="0" i="0" lang="es-MX" sz="3200" u="none" cap="none" strike="noStrike">
                <a:solidFill>
                  <a:schemeClr val="dk1"/>
                </a:solidFill>
                <a:latin typeface="Arial"/>
                <a:ea typeface="Arial"/>
                <a:cs typeface="Arial"/>
                <a:sym typeface="Arial"/>
              </a:rPr>
              <a:t>Las subcolecciones son útiles para modelar relaciones uno-a-muchos manteniendo agrupados bajo el mismo ID padre.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85"/>
          <p:cNvSpPr txBox="1"/>
          <p:nvPr>
            <p:ph idx="4294967295" type="title"/>
          </p:nvPr>
        </p:nvSpPr>
        <p:spPr>
          <a:xfrm>
            <a:off x="1434352" y="516904"/>
            <a:ext cx="20582965" cy="252934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8000"/>
              <a:buFont typeface="Arial"/>
              <a:buNone/>
            </a:pPr>
            <a:r>
              <a:rPr lang="es-MX">
                <a:latin typeface="Roboto"/>
                <a:ea typeface="Roboto"/>
                <a:cs typeface="Roboto"/>
                <a:sym typeface="Roboto"/>
              </a:rPr>
              <a:t>LÍMITES DE LOS DOCUMENTOS </a:t>
            </a:r>
            <a:endParaRPr/>
          </a:p>
        </p:txBody>
      </p:sp>
      <p:sp>
        <p:nvSpPr>
          <p:cNvPr descr="mediana" id="860" name="Google Shape;860;p85"/>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861" name="Google Shape;861;p85"/>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62" name="Google Shape;862;p85"/>
          <p:cNvSpPr txBox="1"/>
          <p:nvPr/>
        </p:nvSpPr>
        <p:spPr>
          <a:xfrm>
            <a:off x="12496799" y="4189150"/>
            <a:ext cx="8724900" cy="6480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chemeClr val="dk1"/>
              </a:buClr>
              <a:buSzPts val="3200"/>
              <a:buFont typeface="Arial"/>
              <a:buNone/>
            </a:pPr>
            <a:r>
              <a:rPr b="0" i="0" lang="es-MX" sz="3200" u="none" cap="none" strike="noStrike">
                <a:solidFill>
                  <a:schemeClr val="dk1"/>
                </a:solidFill>
                <a:latin typeface="Lato"/>
                <a:ea typeface="Lato"/>
                <a:cs typeface="Lato"/>
                <a:sym typeface="Lato"/>
              </a:rPr>
              <a:t>Firestore tiene límites como el tamaño </a:t>
            </a:r>
            <a:r>
              <a:rPr b="1" i="0" lang="es-MX" sz="3200" u="none" cap="none" strike="noStrike">
                <a:solidFill>
                  <a:schemeClr val="dk1"/>
                </a:solidFill>
                <a:latin typeface="Lato"/>
                <a:ea typeface="Lato"/>
                <a:cs typeface="Lato"/>
                <a:sym typeface="Lato"/>
              </a:rPr>
              <a:t>máximo de documento (1 MB) </a:t>
            </a:r>
            <a:r>
              <a:rPr b="0" i="0" lang="es-MX" sz="3200" u="none" cap="none" strike="noStrike">
                <a:solidFill>
                  <a:schemeClr val="dk1"/>
                </a:solidFill>
                <a:latin typeface="Lato"/>
                <a:ea typeface="Lato"/>
                <a:cs typeface="Lato"/>
                <a:sym typeface="Lato"/>
              </a:rPr>
              <a:t>ya mencionado, un máximo de 20,000 índices compuestos y ciertas restricciones en consultas (no se puede filtrar por más de un rango de desigualdad, etc., sin índices especiales). Pero para propósitos normales, permite bastante flexibilidad en cómo consultas tus datos siempre que planifiques índices.</a:t>
            </a:r>
            <a:endParaRPr b="0" i="0" sz="1400" u="none" cap="none" strike="noStrike">
              <a:solidFill>
                <a:srgbClr val="000000"/>
              </a:solidFill>
              <a:latin typeface="Lato"/>
              <a:ea typeface="Lato"/>
              <a:cs typeface="Lato"/>
              <a:sym typeface="Lato"/>
            </a:endParaRPr>
          </a:p>
        </p:txBody>
      </p:sp>
      <p:pic>
        <p:nvPicPr>
          <p:cNvPr descr="Cloud Firestore Data model | Firebase" id="863" name="Google Shape;863;p85"/>
          <p:cNvPicPr preferRelativeResize="0"/>
          <p:nvPr/>
        </p:nvPicPr>
        <p:blipFill rotWithShape="1">
          <a:blip r:embed="rId3">
            <a:alphaModFix/>
          </a:blip>
          <a:srcRect b="0" l="0" r="0" t="0"/>
          <a:stretch/>
        </p:blipFill>
        <p:spPr>
          <a:xfrm>
            <a:off x="2209297" y="3242477"/>
            <a:ext cx="9766635" cy="7534261"/>
          </a:xfrm>
          <a:prstGeom prst="rect">
            <a:avLst/>
          </a:prstGeom>
          <a:noFill/>
          <a:ln>
            <a:noFill/>
          </a:ln>
        </p:spPr>
      </p:pic>
      <p:sp>
        <p:nvSpPr>
          <p:cNvPr id="864" name="Google Shape;864;p85"/>
          <p:cNvSpPr txBox="1"/>
          <p:nvPr/>
        </p:nvSpPr>
        <p:spPr>
          <a:xfrm rot="678522">
            <a:off x="7109894" y="4476050"/>
            <a:ext cx="2743057" cy="2285969"/>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0"/>
              <a:buFont typeface="Arial"/>
              <a:buNone/>
            </a:pPr>
            <a:r>
              <a:rPr b="0" i="0" lang="es-MX" sz="8000" u="none" cap="none" strike="noStrike">
                <a:solidFill>
                  <a:srgbClr val="FF0000"/>
                </a:solidFill>
                <a:latin typeface="Calibri"/>
                <a:ea typeface="Calibri"/>
                <a:cs typeface="Calibri"/>
                <a:sym typeface="Calibri"/>
              </a:rPr>
              <a:t>?</a:t>
            </a:r>
            <a:endParaRPr b="0" i="0" sz="8000" u="none" cap="none" strike="noStrike">
              <a:solidFill>
                <a:srgbClr val="FF0000"/>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27"/>
          <p:cNvSpPr txBox="1"/>
          <p:nvPr>
            <p:ph idx="4294967295" type="title"/>
          </p:nvPr>
        </p:nvSpPr>
        <p:spPr>
          <a:xfrm>
            <a:off x="1237128" y="502004"/>
            <a:ext cx="20683271" cy="23009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8000"/>
              <a:buFont typeface="Calibri"/>
              <a:buNone/>
            </a:pPr>
            <a:r>
              <a:rPr lang="es-MX">
                <a:latin typeface="Roboto"/>
                <a:ea typeface="Roboto"/>
                <a:cs typeface="Roboto"/>
                <a:sym typeface="Roboto"/>
              </a:rPr>
              <a:t>CONSULTAS EN FIRESTORE </a:t>
            </a:r>
            <a:endParaRPr/>
          </a:p>
        </p:txBody>
      </p:sp>
      <p:sp>
        <p:nvSpPr>
          <p:cNvPr descr="mediana" id="871" name="Google Shape;871;p27"/>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872" name="Google Shape;872;p27"/>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73" name="Google Shape;873;p27"/>
          <p:cNvSpPr txBox="1"/>
          <p:nvPr/>
        </p:nvSpPr>
        <p:spPr>
          <a:xfrm>
            <a:off x="12192000" y="3617650"/>
            <a:ext cx="9728400" cy="6480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chemeClr val="dk1"/>
              </a:buClr>
              <a:buSzPts val="3200"/>
              <a:buFont typeface="Arial"/>
              <a:buNone/>
            </a:pPr>
            <a:r>
              <a:rPr b="0" i="0" lang="es-MX" sz="3200" u="none" cap="none" strike="noStrike">
                <a:solidFill>
                  <a:schemeClr val="dk1"/>
                </a:solidFill>
                <a:latin typeface="Lato"/>
                <a:ea typeface="Lato"/>
                <a:cs typeface="Lato"/>
                <a:sym typeface="Lato"/>
              </a:rPr>
              <a:t>Las consultas se realizan sobre una colección (no hay consultas que combinen colecciones diferentes directamente). Podemos filtrar por campos (con operadores ==, &gt;, &lt;, etc.), combinar hasta 10 filtros, ordenar resultados y limitarlos.</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640"/>
              </a:spcBef>
              <a:spcAft>
                <a:spcPts val="0"/>
              </a:spcAft>
              <a:buClr>
                <a:schemeClr val="dk1"/>
              </a:buClr>
              <a:buSzPts val="3200"/>
              <a:buFont typeface="Arial"/>
              <a:buNone/>
            </a:pPr>
            <a:r>
              <a:t/>
            </a:r>
            <a:endParaRPr b="0" i="0" sz="3200" u="none" cap="none" strike="noStrike">
              <a:solidFill>
                <a:schemeClr val="dk1"/>
              </a:solidFill>
              <a:latin typeface="Lato"/>
              <a:ea typeface="Lato"/>
              <a:cs typeface="Lato"/>
              <a:sym typeface="Lato"/>
            </a:endParaRPr>
          </a:p>
          <a:p>
            <a:pPr indent="0" lvl="0" marL="0" marR="0" rtl="0" algn="l">
              <a:lnSpc>
                <a:spcPct val="100000"/>
              </a:lnSpc>
              <a:spcBef>
                <a:spcPts val="640"/>
              </a:spcBef>
              <a:spcAft>
                <a:spcPts val="0"/>
              </a:spcAft>
              <a:buClr>
                <a:schemeClr val="dk1"/>
              </a:buClr>
              <a:buSzPts val="3200"/>
              <a:buFont typeface="Arial"/>
              <a:buNone/>
            </a:pPr>
            <a:r>
              <a:rPr b="0" i="0" lang="es-MX" sz="3200" u="none" cap="none" strike="noStrike">
                <a:solidFill>
                  <a:schemeClr val="dk1"/>
                </a:solidFill>
                <a:latin typeface="Lato"/>
                <a:ea typeface="Lato"/>
                <a:cs typeface="Lato"/>
                <a:sym typeface="Lato"/>
              </a:rPr>
              <a:t>Firestore crea índices automáticamente para consultas simples por un solo campo; para consultas combinadas o de rango, a veces requiere definir índices compuestos.</a:t>
            </a:r>
            <a:endParaRPr b="0" i="0" sz="1400" u="none" cap="none" strike="noStrike">
              <a:solidFill>
                <a:srgbClr val="000000"/>
              </a:solidFill>
              <a:latin typeface="Lato"/>
              <a:ea typeface="Lato"/>
              <a:cs typeface="Lato"/>
              <a:sym typeface="Lato"/>
            </a:endParaRPr>
          </a:p>
        </p:txBody>
      </p:sp>
      <p:pic>
        <p:nvPicPr>
          <p:cNvPr id="874" name="Google Shape;874;p27"/>
          <p:cNvPicPr preferRelativeResize="0"/>
          <p:nvPr/>
        </p:nvPicPr>
        <p:blipFill rotWithShape="1">
          <a:blip r:embed="rId3">
            <a:alphaModFix/>
          </a:blip>
          <a:srcRect b="0" l="0" r="0" t="0"/>
          <a:stretch/>
        </p:blipFill>
        <p:spPr>
          <a:xfrm>
            <a:off x="495300" y="3617650"/>
            <a:ext cx="11391900" cy="5695950"/>
          </a:xfrm>
          <a:prstGeom prst="rect">
            <a:avLst/>
          </a:prstGeom>
          <a:noFill/>
          <a:ln>
            <a:noFill/>
          </a:ln>
        </p:spPr>
      </p:pic>
      <p:sp>
        <p:nvSpPr>
          <p:cNvPr id="875" name="Google Shape;875;p27"/>
          <p:cNvSpPr txBox="1"/>
          <p:nvPr/>
        </p:nvSpPr>
        <p:spPr>
          <a:xfrm>
            <a:off x="829340" y="9943500"/>
            <a:ext cx="12631479" cy="19389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Arial"/>
              <a:buNone/>
            </a:pPr>
            <a:r>
              <a:rPr b="0" i="0" lang="es-MX" sz="4000" u="none" cap="none" strike="noStrike">
                <a:solidFill>
                  <a:srgbClr val="000000"/>
                </a:solidFill>
                <a:latin typeface="Lato"/>
                <a:ea typeface="Lato"/>
                <a:cs typeface="Lato"/>
                <a:sym typeface="Lato"/>
              </a:rPr>
              <a:t>Las consultas en bases NoSQL las suelen hacer </a:t>
            </a:r>
            <a:r>
              <a:rPr b="1" i="0" lang="es-MX" sz="4000" u="none" cap="none" strike="noStrike">
                <a:solidFill>
                  <a:srgbClr val="FF9900"/>
                </a:solidFill>
                <a:latin typeface="Lato"/>
                <a:ea typeface="Lato"/>
                <a:cs typeface="Lato"/>
                <a:sym typeface="Lato"/>
              </a:rPr>
              <a:t>los dispositivos</a:t>
            </a:r>
            <a:r>
              <a:rPr b="0" i="0" lang="es-MX" sz="4000" u="none" cap="none" strike="noStrike">
                <a:solidFill>
                  <a:schemeClr val="dk1"/>
                </a:solidFill>
                <a:latin typeface="Lato"/>
                <a:ea typeface="Lato"/>
                <a:cs typeface="Lato"/>
                <a:sym typeface="Lato"/>
              </a:rPr>
              <a:t>, en el lenguaje en que estén programadas las aplicaciones/plataformas web, etc.</a:t>
            </a:r>
            <a:endParaRPr b="0" i="0" sz="4000" u="none" cap="none" strike="noStrike">
              <a:solidFill>
                <a:srgbClr val="FF9900"/>
              </a:solidFill>
              <a:latin typeface="Lato"/>
              <a:ea typeface="Lato"/>
              <a:cs typeface="Lato"/>
              <a:sym typeface="Lato"/>
            </a:endParaRPr>
          </a:p>
        </p:txBody>
      </p:sp>
      <p:grpSp>
        <p:nvGrpSpPr>
          <p:cNvPr id="876" name="Google Shape;876;p27"/>
          <p:cNvGrpSpPr/>
          <p:nvPr/>
        </p:nvGrpSpPr>
        <p:grpSpPr>
          <a:xfrm>
            <a:off x="6039292" y="3772400"/>
            <a:ext cx="4784651" cy="5356354"/>
            <a:chOff x="6039292" y="3772400"/>
            <a:chExt cx="4784651" cy="5356354"/>
          </a:xfrm>
        </p:grpSpPr>
        <p:sp>
          <p:nvSpPr>
            <p:cNvPr id="877" name="Google Shape;877;p27"/>
            <p:cNvSpPr/>
            <p:nvPr/>
          </p:nvSpPr>
          <p:spPr>
            <a:xfrm>
              <a:off x="6191250" y="6857950"/>
              <a:ext cx="1336601" cy="2270804"/>
            </a:xfrm>
            <a:prstGeom prst="rect">
              <a:avLst/>
            </a:prstGeom>
            <a:noFill/>
            <a:ln cap="flat" cmpd="sng" w="38100">
              <a:solidFill>
                <a:srgbClr val="A6930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8" name="Google Shape;878;p27"/>
            <p:cNvSpPr/>
            <p:nvPr/>
          </p:nvSpPr>
          <p:spPr>
            <a:xfrm>
              <a:off x="8963025" y="6857950"/>
              <a:ext cx="1336601" cy="2270804"/>
            </a:xfrm>
            <a:prstGeom prst="rect">
              <a:avLst/>
            </a:prstGeom>
            <a:noFill/>
            <a:ln cap="flat" cmpd="sng" w="38100">
              <a:solidFill>
                <a:srgbClr val="A6930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9" name="Google Shape;879;p27"/>
            <p:cNvSpPr/>
            <p:nvPr/>
          </p:nvSpPr>
          <p:spPr>
            <a:xfrm>
              <a:off x="6039292" y="3999776"/>
              <a:ext cx="804087" cy="1890661"/>
            </a:xfrm>
            <a:prstGeom prst="rect">
              <a:avLst/>
            </a:prstGeom>
            <a:noFill/>
            <a:ln cap="flat" cmpd="sng" w="38100">
              <a:solidFill>
                <a:srgbClr val="A6930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80" name="Google Shape;880;p27"/>
            <p:cNvSpPr/>
            <p:nvPr/>
          </p:nvSpPr>
          <p:spPr>
            <a:xfrm>
              <a:off x="6885910" y="3772400"/>
              <a:ext cx="2702884" cy="2270804"/>
            </a:xfrm>
            <a:prstGeom prst="rect">
              <a:avLst/>
            </a:prstGeom>
            <a:noFill/>
            <a:ln cap="flat" cmpd="sng" w="38100">
              <a:solidFill>
                <a:srgbClr val="A6930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81" name="Google Shape;881;p27"/>
            <p:cNvSpPr/>
            <p:nvPr/>
          </p:nvSpPr>
          <p:spPr>
            <a:xfrm>
              <a:off x="9673854" y="3944584"/>
              <a:ext cx="1150089" cy="1890661"/>
            </a:xfrm>
            <a:prstGeom prst="rect">
              <a:avLst/>
            </a:prstGeom>
            <a:noFill/>
            <a:ln cap="flat" cmpd="sng" w="38100">
              <a:solidFill>
                <a:srgbClr val="A6930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0"/>
                                        </p:tgtEl>
                                        <p:attrNameLst>
                                          <p:attrName>style.visibility</p:attrName>
                                        </p:attrNameLst>
                                      </p:cBhvr>
                                      <p:to>
                                        <p:strVal val="visible"/>
                                      </p:to>
                                    </p:set>
                                    <p:animEffect filter="fade" transition="in">
                                      <p:cBhvr>
                                        <p:cTn dur="500"/>
                                        <p:tgtEl>
                                          <p:spTgt spid="87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73"/>
                                        </p:tgtEl>
                                        <p:attrNameLst>
                                          <p:attrName>style.visibility</p:attrName>
                                        </p:attrNameLst>
                                      </p:cBhvr>
                                      <p:to>
                                        <p:strVal val="visible"/>
                                      </p:to>
                                    </p:set>
                                    <p:animEffect filter="fade" transition="in">
                                      <p:cBhvr>
                                        <p:cTn dur="500"/>
                                        <p:tgtEl>
                                          <p:spTgt spid="8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28"/>
          <p:cNvSpPr txBox="1"/>
          <p:nvPr>
            <p:ph idx="4294967295" type="title"/>
          </p:nvPr>
        </p:nvSpPr>
        <p:spPr>
          <a:xfrm>
            <a:off x="1685365" y="516904"/>
            <a:ext cx="20234957" cy="2286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1010"/>
              <a:buFont typeface="Calibri"/>
              <a:buNone/>
            </a:pPr>
            <a:r>
              <a:rPr lang="es-MX">
                <a:latin typeface="Roboto"/>
                <a:ea typeface="Roboto"/>
                <a:cs typeface="Roboto"/>
                <a:sym typeface="Roboto"/>
              </a:rPr>
              <a:t>RECORDEMOS… CONSULTAS SIMPLES DE LECTURA</a:t>
            </a:r>
            <a:endParaRPr b="1">
              <a:latin typeface="Roboto"/>
              <a:ea typeface="Roboto"/>
              <a:cs typeface="Roboto"/>
              <a:sym typeface="Roboto"/>
            </a:endParaRPr>
          </a:p>
        </p:txBody>
      </p:sp>
      <p:sp>
        <p:nvSpPr>
          <p:cNvPr descr="mediana" id="888" name="Google Shape;888;p28"/>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889" name="Google Shape;889;p28"/>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890" name="Google Shape;890;p28"/>
          <p:cNvSpPr txBox="1"/>
          <p:nvPr/>
        </p:nvSpPr>
        <p:spPr>
          <a:xfrm>
            <a:off x="1685365" y="3617641"/>
            <a:ext cx="20234958" cy="6480718"/>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chemeClr val="dk1"/>
              </a:buClr>
              <a:buSzPts val="3200"/>
              <a:buFont typeface="Arial"/>
              <a:buNone/>
            </a:pPr>
            <a:r>
              <a:rPr b="1" i="0" lang="es-MX" sz="3200" u="none" cap="none" strike="noStrike">
                <a:solidFill>
                  <a:schemeClr val="dk1"/>
                </a:solidFill>
                <a:latin typeface="Lato"/>
                <a:ea typeface="Lato"/>
                <a:cs typeface="Lato"/>
                <a:sym typeface="Lato"/>
              </a:rPr>
              <a:t>Firestore no soporta joins</a:t>
            </a:r>
            <a:r>
              <a:rPr b="0" i="0" lang="es-MX" sz="3200" u="none" cap="none" strike="noStrike">
                <a:solidFill>
                  <a:schemeClr val="dk1"/>
                </a:solidFill>
                <a:latin typeface="Lato"/>
                <a:ea typeface="Lato"/>
                <a:cs typeface="Lato"/>
                <a:sym typeface="Lato"/>
              </a:rPr>
              <a:t> entre colecciones, ni subconsultas estilo SQL. Si necesitas datos de dos colecciones diferentes, harás dos consultas separadas y, de ser necesario, combinarás los resultados en tu lógica de aplicación. </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640"/>
              </a:spcBef>
              <a:spcAft>
                <a:spcPts val="0"/>
              </a:spcAft>
              <a:buClr>
                <a:schemeClr val="dk1"/>
              </a:buClr>
              <a:buSzPts val="3200"/>
              <a:buFont typeface="Arial"/>
              <a:buNone/>
            </a:pPr>
            <a:r>
              <a:t/>
            </a:r>
            <a:endParaRPr b="0" i="0" sz="3200" u="none" cap="none" strike="noStrike">
              <a:solidFill>
                <a:schemeClr val="dk1"/>
              </a:solidFill>
              <a:latin typeface="Lato"/>
              <a:ea typeface="Lato"/>
              <a:cs typeface="Lato"/>
              <a:sym typeface="Lato"/>
            </a:endParaRPr>
          </a:p>
          <a:p>
            <a:pPr indent="0" lvl="0" marL="0" marR="0" rtl="0" algn="l">
              <a:lnSpc>
                <a:spcPct val="100000"/>
              </a:lnSpc>
              <a:spcBef>
                <a:spcPts val="640"/>
              </a:spcBef>
              <a:spcAft>
                <a:spcPts val="0"/>
              </a:spcAft>
              <a:buClr>
                <a:schemeClr val="dk1"/>
              </a:buClr>
              <a:buSzPts val="3200"/>
              <a:buFont typeface="Arial"/>
              <a:buNone/>
            </a:pPr>
            <a:r>
              <a:rPr b="0" i="0" lang="es-MX" sz="3200" u="none" cap="none" strike="noStrike">
                <a:solidFill>
                  <a:schemeClr val="dk1"/>
                </a:solidFill>
                <a:latin typeface="Lato"/>
                <a:ea typeface="Lato"/>
                <a:cs typeface="Lato"/>
                <a:sym typeface="Lato"/>
              </a:rPr>
              <a:t>Esto refuerza lo discutido: hay que </a:t>
            </a:r>
            <a:r>
              <a:rPr b="1" i="0" lang="es-MX" sz="3200" u="none" cap="none" strike="noStrike">
                <a:solidFill>
                  <a:schemeClr val="dk1"/>
                </a:solidFill>
                <a:latin typeface="Lato"/>
                <a:ea typeface="Lato"/>
                <a:cs typeface="Lato"/>
                <a:sym typeface="Lato"/>
              </a:rPr>
              <a:t>diseñar para minimizar la necesidad de joins</a:t>
            </a:r>
            <a:r>
              <a:rPr b="0" i="0" lang="es-MX" sz="3200" u="none" cap="none" strike="noStrike">
                <a:solidFill>
                  <a:schemeClr val="dk1"/>
                </a:solidFill>
                <a:latin typeface="Lato"/>
                <a:ea typeface="Lato"/>
                <a:cs typeface="Lato"/>
                <a:sym typeface="Lato"/>
              </a:rPr>
              <a:t>, usando patrones de embebido o agregación.</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640"/>
              </a:spcBef>
              <a:spcAft>
                <a:spcPts val="0"/>
              </a:spcAft>
              <a:buClr>
                <a:schemeClr val="dk1"/>
              </a:buClr>
              <a:buSzPts val="3200"/>
              <a:buFont typeface="Arial"/>
              <a:buNone/>
            </a:pPr>
            <a:r>
              <a:t/>
            </a:r>
            <a:endParaRPr b="0" i="0" sz="3200" u="none" cap="none" strike="noStrike">
              <a:solidFill>
                <a:schemeClr val="dk1"/>
              </a:solidFill>
              <a:latin typeface="Lato"/>
              <a:ea typeface="Lato"/>
              <a:cs typeface="Lato"/>
              <a:sym typeface="Lato"/>
            </a:endParaRPr>
          </a:p>
          <a:p>
            <a:pPr indent="0" lvl="0" marL="0" marR="0" rtl="0" algn="l">
              <a:lnSpc>
                <a:spcPct val="100000"/>
              </a:lnSpc>
              <a:spcBef>
                <a:spcPts val="640"/>
              </a:spcBef>
              <a:spcAft>
                <a:spcPts val="0"/>
              </a:spcAft>
              <a:buClr>
                <a:schemeClr val="dk1"/>
              </a:buClr>
              <a:buSzPts val="3200"/>
              <a:buFont typeface="Arial"/>
              <a:buNone/>
            </a:pPr>
            <a:r>
              <a:rPr b="0" i="0" lang="es-MX" sz="3200" u="none" cap="none" strike="noStrike">
                <a:solidFill>
                  <a:schemeClr val="dk1"/>
                </a:solidFill>
                <a:latin typeface="Lato"/>
                <a:ea typeface="Lato"/>
                <a:cs typeface="Lato"/>
                <a:sym typeface="Lato"/>
              </a:rPr>
              <a:t>Firestore sí permite, por ejemplo, obtener documentos de </a:t>
            </a:r>
            <a:r>
              <a:rPr b="0" i="1" lang="es-MX" sz="3200" u="none" cap="none" strike="noStrike">
                <a:solidFill>
                  <a:schemeClr val="dk1"/>
                </a:solidFill>
                <a:latin typeface="Lato"/>
                <a:ea typeface="Lato"/>
                <a:cs typeface="Lato"/>
                <a:sym typeface="Lato"/>
              </a:rPr>
              <a:t>todas las subcolecciones con un mismo nombre</a:t>
            </a:r>
            <a:r>
              <a:rPr b="0" i="0" lang="es-MX" sz="3200" u="none" cap="none" strike="noStrike">
                <a:solidFill>
                  <a:schemeClr val="dk1"/>
                </a:solidFill>
                <a:latin typeface="Lato"/>
                <a:ea typeface="Lato"/>
                <a:cs typeface="Lato"/>
                <a:sym typeface="Lato"/>
              </a:rPr>
              <a:t> mediante </a:t>
            </a:r>
            <a:r>
              <a:rPr b="1" i="0" lang="es-MX" sz="3200" u="none" cap="none" strike="noStrike">
                <a:solidFill>
                  <a:schemeClr val="dk1"/>
                </a:solidFill>
                <a:latin typeface="Lato"/>
                <a:ea typeface="Lato"/>
                <a:cs typeface="Lato"/>
                <a:sym typeface="Lato"/>
              </a:rPr>
              <a:t>collection group queries</a:t>
            </a:r>
            <a:r>
              <a:rPr b="0" i="0" lang="es-MX" sz="3200" u="none" cap="none" strike="noStrike">
                <a:solidFill>
                  <a:schemeClr val="dk1"/>
                </a:solidFill>
                <a:latin typeface="Lato"/>
                <a:ea typeface="Lato"/>
                <a:cs typeface="Lato"/>
                <a:sym typeface="Lato"/>
              </a:rPr>
              <a:t> (consultas a grupo de colecciones)– pero aun así sigues obteniendo solo documentos de una misma colección lógica a la vez.</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86"/>
          <p:cNvSpPr txBox="1"/>
          <p:nvPr>
            <p:ph idx="4294967295" type="title"/>
          </p:nvPr>
        </p:nvSpPr>
        <p:spPr>
          <a:xfrm>
            <a:off x="1676400" y="3592004"/>
            <a:ext cx="21031200" cy="57054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8800"/>
              <a:buFont typeface="Calibri"/>
              <a:buNone/>
            </a:pPr>
            <a:r>
              <a:rPr lang="es-MX">
                <a:latin typeface="Roboto"/>
                <a:ea typeface="Roboto"/>
                <a:cs typeface="Roboto"/>
                <a:sym typeface="Roboto"/>
              </a:rPr>
              <a:t>EJEMPLOS CONSULTAS</a:t>
            </a:r>
            <a:endParaRPr>
              <a:latin typeface="Roboto"/>
              <a:ea typeface="Roboto"/>
              <a:cs typeface="Roboto"/>
              <a:sym typeface="Roboto"/>
            </a:endParaRPr>
          </a:p>
          <a:p>
            <a:pPr indent="0" lvl="0" marL="0" rtl="0" algn="l">
              <a:lnSpc>
                <a:spcPct val="90000"/>
              </a:lnSpc>
              <a:spcBef>
                <a:spcPts val="0"/>
              </a:spcBef>
              <a:spcAft>
                <a:spcPts val="0"/>
              </a:spcAft>
              <a:buClr>
                <a:schemeClr val="dk1"/>
              </a:buClr>
              <a:buSzPts val="8800"/>
              <a:buFont typeface="Calibri"/>
              <a:buNone/>
            </a:pPr>
            <a:r>
              <a:rPr lang="es-MX" sz="4000">
                <a:latin typeface="Lato"/>
                <a:ea typeface="Lato"/>
                <a:cs typeface="Lato"/>
                <a:sym typeface="Lato"/>
              </a:rPr>
              <a:t>Más que el código y el lenguaje, noten los elementos de la consulta</a:t>
            </a:r>
            <a:endParaRPr sz="4000">
              <a:latin typeface="Lato"/>
              <a:ea typeface="Lato"/>
              <a:cs typeface="Lato"/>
              <a:sym typeface="Lato"/>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30"/>
          <p:cNvSpPr txBox="1"/>
          <p:nvPr>
            <p:ph idx="4294967295" type="title"/>
          </p:nvPr>
        </p:nvSpPr>
        <p:spPr>
          <a:xfrm>
            <a:off x="2216150" y="1948139"/>
            <a:ext cx="17833975" cy="2286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s-MX">
                <a:latin typeface="Roboto"/>
                <a:ea typeface="Roboto"/>
                <a:cs typeface="Roboto"/>
                <a:sym typeface="Roboto"/>
              </a:rPr>
              <a:t>Obtener documentos de users con edad mayor a 30, ordenados por nombre</a:t>
            </a:r>
            <a:endParaRPr>
              <a:latin typeface="Roboto"/>
              <a:ea typeface="Roboto"/>
              <a:cs typeface="Roboto"/>
              <a:sym typeface="Roboto"/>
            </a:endParaRPr>
          </a:p>
        </p:txBody>
      </p:sp>
      <p:sp>
        <p:nvSpPr>
          <p:cNvPr descr="mediana" id="903" name="Google Shape;903;p30"/>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904" name="Google Shape;904;p30"/>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pic>
        <p:nvPicPr>
          <p:cNvPr id="905" name="Google Shape;905;p30" title="carbon (8).png"/>
          <p:cNvPicPr preferRelativeResize="0"/>
          <p:nvPr/>
        </p:nvPicPr>
        <p:blipFill rotWithShape="1">
          <a:blip r:embed="rId3">
            <a:alphaModFix/>
          </a:blip>
          <a:srcRect b="0" l="0" r="0" t="0"/>
          <a:stretch/>
        </p:blipFill>
        <p:spPr>
          <a:xfrm>
            <a:off x="2216150" y="6172200"/>
            <a:ext cx="18783300" cy="5010150"/>
          </a:xfrm>
          <a:prstGeom prst="rect">
            <a:avLst/>
          </a:prstGeom>
          <a:noFill/>
          <a:ln>
            <a:noFill/>
          </a:ln>
        </p:spPr>
      </p:pic>
      <p:sp>
        <p:nvSpPr>
          <p:cNvPr id="906" name="Google Shape;906;p30"/>
          <p:cNvSpPr txBox="1"/>
          <p:nvPr/>
        </p:nvSpPr>
        <p:spPr>
          <a:xfrm>
            <a:off x="6833885" y="7162795"/>
            <a:ext cx="78867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s-MX" sz="3200" u="none" cap="none" strike="noStrike">
                <a:solidFill>
                  <a:schemeClr val="lt1"/>
                </a:solidFill>
                <a:latin typeface="Arial"/>
                <a:ea typeface="Arial"/>
                <a:cs typeface="Arial"/>
                <a:sym typeface="Arial"/>
              </a:rPr>
              <a:t>Hay una referencia a la colección (usuarios)</a:t>
            </a:r>
            <a:endParaRPr b="0" i="0" sz="1400" u="none" cap="none" strike="noStrike">
              <a:solidFill>
                <a:srgbClr val="000000"/>
              </a:solidFill>
              <a:latin typeface="Arial"/>
              <a:ea typeface="Arial"/>
              <a:cs typeface="Arial"/>
              <a:sym typeface="Arial"/>
            </a:endParaRPr>
          </a:p>
        </p:txBody>
      </p:sp>
      <p:sp>
        <p:nvSpPr>
          <p:cNvPr id="907" name="Google Shape;907;p30"/>
          <p:cNvSpPr txBox="1"/>
          <p:nvPr/>
        </p:nvSpPr>
        <p:spPr>
          <a:xfrm>
            <a:off x="7664450" y="8384887"/>
            <a:ext cx="788670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s-MX" sz="3200" u="none" cap="none" strike="noStrike">
                <a:solidFill>
                  <a:schemeClr val="lt1"/>
                </a:solidFill>
                <a:latin typeface="Arial"/>
                <a:ea typeface="Arial"/>
                <a:cs typeface="Arial"/>
                <a:sym typeface="Arial"/>
              </a:rPr>
              <a:t>Hay un filtro sobre los documentos</a:t>
            </a:r>
            <a:endParaRPr b="0" i="0" sz="1400" u="none" cap="none" strike="noStrike">
              <a:solidFill>
                <a:srgbClr val="000000"/>
              </a:solidFill>
              <a:latin typeface="Arial"/>
              <a:ea typeface="Arial"/>
              <a:cs typeface="Arial"/>
              <a:sym typeface="Arial"/>
            </a:endParaRPr>
          </a:p>
        </p:txBody>
      </p:sp>
      <p:sp>
        <p:nvSpPr>
          <p:cNvPr id="908" name="Google Shape;908;p30"/>
          <p:cNvSpPr txBox="1"/>
          <p:nvPr/>
        </p:nvSpPr>
        <p:spPr>
          <a:xfrm>
            <a:off x="6833870" y="8900842"/>
            <a:ext cx="788670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s-MX" sz="3200" u="none" cap="none" strike="noStrike">
                <a:solidFill>
                  <a:schemeClr val="lt1"/>
                </a:solidFill>
                <a:latin typeface="Arial"/>
                <a:ea typeface="Arial"/>
                <a:cs typeface="Arial"/>
                <a:sym typeface="Arial"/>
              </a:rPr>
              <a:t>Se pueden ordenar los resultados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
                                        </p:tgtEl>
                                        <p:attrNameLst>
                                          <p:attrName>style.visibility</p:attrName>
                                        </p:attrNameLst>
                                      </p:cBhvr>
                                      <p:to>
                                        <p:strVal val="visible"/>
                                      </p:to>
                                    </p:set>
                                    <p:animEffect filter="fade" transition="in">
                                      <p:cBhvr>
                                        <p:cTn dur="500"/>
                                        <p:tgtEl>
                                          <p:spTgt spid="9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gtEl>
                                        <p:attrNameLst>
                                          <p:attrName>style.visibility</p:attrName>
                                        </p:attrNameLst>
                                      </p:cBhvr>
                                      <p:to>
                                        <p:strVal val="visible"/>
                                      </p:to>
                                    </p:set>
                                    <p:animEffect filter="fade" transition="in">
                                      <p:cBhvr>
                                        <p:cTn dur="500"/>
                                        <p:tgtEl>
                                          <p:spTgt spid="9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8"/>
                                        </p:tgtEl>
                                        <p:attrNameLst>
                                          <p:attrName>style.visibility</p:attrName>
                                        </p:attrNameLst>
                                      </p:cBhvr>
                                      <p:to>
                                        <p:strVal val="visible"/>
                                      </p:to>
                                    </p:set>
                                    <p:animEffect filter="fade" transition="in">
                                      <p:cBhvr>
                                        <p:cTn dur="500"/>
                                        <p:tgtEl>
                                          <p:spTgt spid="9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31"/>
          <p:cNvSpPr txBox="1"/>
          <p:nvPr>
            <p:ph idx="4294967295" type="title"/>
          </p:nvPr>
        </p:nvSpPr>
        <p:spPr>
          <a:xfrm>
            <a:off x="1918447" y="1948139"/>
            <a:ext cx="18131678" cy="2286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s-MX">
                <a:latin typeface="Roboto"/>
                <a:ea typeface="Roboto"/>
                <a:cs typeface="Roboto"/>
                <a:sym typeface="Roboto"/>
              </a:rPr>
              <a:t>Obtener los 10 posts más recientes de un usuario específico (suponiendo colección global posts con campo autorId):</a:t>
            </a:r>
            <a:endParaRPr>
              <a:latin typeface="Roboto"/>
              <a:ea typeface="Roboto"/>
              <a:cs typeface="Roboto"/>
              <a:sym typeface="Roboto"/>
            </a:endParaRPr>
          </a:p>
        </p:txBody>
      </p:sp>
      <p:sp>
        <p:nvSpPr>
          <p:cNvPr descr="mediana" id="915" name="Google Shape;915;p31"/>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916" name="Google Shape;916;p31"/>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pic>
        <p:nvPicPr>
          <p:cNvPr id="917" name="Google Shape;917;p31" title="carbon (9).png"/>
          <p:cNvPicPr preferRelativeResize="0"/>
          <p:nvPr/>
        </p:nvPicPr>
        <p:blipFill rotWithShape="1">
          <a:blip r:embed="rId3">
            <a:alphaModFix/>
          </a:blip>
          <a:srcRect b="0" l="0" r="0" t="0"/>
          <a:stretch/>
        </p:blipFill>
        <p:spPr>
          <a:xfrm>
            <a:off x="3162300" y="5791200"/>
            <a:ext cx="18783300" cy="5372100"/>
          </a:xfrm>
          <a:prstGeom prst="rect">
            <a:avLst/>
          </a:prstGeom>
          <a:noFill/>
          <a:ln>
            <a:noFill/>
          </a:ln>
        </p:spPr>
      </p:pic>
      <p:sp>
        <p:nvSpPr>
          <p:cNvPr id="918" name="Google Shape;918;p31"/>
          <p:cNvSpPr txBox="1"/>
          <p:nvPr/>
        </p:nvSpPr>
        <p:spPr>
          <a:xfrm>
            <a:off x="8271510" y="7692459"/>
            <a:ext cx="78867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chemeClr val="lt1"/>
                </a:solidFill>
                <a:latin typeface="Arial"/>
                <a:ea typeface="Arial"/>
                <a:cs typeface="Arial"/>
                <a:sym typeface="Arial"/>
              </a:rPr>
              <a:t>Hay una referencia a la colección (posts)</a:t>
            </a:r>
            <a:endParaRPr b="0" i="0" sz="1400" u="none" cap="none" strike="noStrike">
              <a:solidFill>
                <a:srgbClr val="000000"/>
              </a:solidFill>
              <a:latin typeface="Arial"/>
              <a:ea typeface="Arial"/>
              <a:cs typeface="Arial"/>
              <a:sym typeface="Arial"/>
            </a:endParaRPr>
          </a:p>
        </p:txBody>
      </p:sp>
      <p:sp>
        <p:nvSpPr>
          <p:cNvPr id="919" name="Google Shape;919;p31"/>
          <p:cNvSpPr txBox="1"/>
          <p:nvPr/>
        </p:nvSpPr>
        <p:spPr>
          <a:xfrm>
            <a:off x="10156190" y="8072476"/>
            <a:ext cx="78867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chemeClr val="lt1"/>
                </a:solidFill>
                <a:latin typeface="Arial"/>
                <a:ea typeface="Arial"/>
                <a:cs typeface="Arial"/>
                <a:sym typeface="Arial"/>
              </a:rPr>
              <a:t>Hay un filtro sobre los documentos</a:t>
            </a:r>
            <a:endParaRPr b="0" i="0" sz="1400" u="none" cap="none" strike="noStrike">
              <a:solidFill>
                <a:srgbClr val="000000"/>
              </a:solidFill>
              <a:latin typeface="Arial"/>
              <a:ea typeface="Arial"/>
              <a:cs typeface="Arial"/>
              <a:sym typeface="Arial"/>
            </a:endParaRPr>
          </a:p>
        </p:txBody>
      </p:sp>
      <p:sp>
        <p:nvSpPr>
          <p:cNvPr id="920" name="Google Shape;920;p31"/>
          <p:cNvSpPr txBox="1"/>
          <p:nvPr/>
        </p:nvSpPr>
        <p:spPr>
          <a:xfrm>
            <a:off x="10156190" y="8477250"/>
            <a:ext cx="78867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chemeClr val="lt1"/>
                </a:solidFill>
                <a:latin typeface="Arial"/>
                <a:ea typeface="Arial"/>
                <a:cs typeface="Arial"/>
                <a:sym typeface="Arial"/>
              </a:rPr>
              <a:t>Se pueden ordenar los resultados</a:t>
            </a:r>
            <a:endParaRPr b="0" i="0" sz="1400" u="none" cap="none" strike="noStrike">
              <a:solidFill>
                <a:srgbClr val="000000"/>
              </a:solidFill>
              <a:latin typeface="Arial"/>
              <a:ea typeface="Arial"/>
              <a:cs typeface="Arial"/>
              <a:sym typeface="Arial"/>
            </a:endParaRPr>
          </a:p>
        </p:txBody>
      </p:sp>
      <p:sp>
        <p:nvSpPr>
          <p:cNvPr id="921" name="Google Shape;921;p31"/>
          <p:cNvSpPr txBox="1"/>
          <p:nvPr/>
        </p:nvSpPr>
        <p:spPr>
          <a:xfrm>
            <a:off x="6719570" y="8859164"/>
            <a:ext cx="78867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chemeClr val="lt1"/>
                </a:solidFill>
                <a:latin typeface="Arial"/>
                <a:ea typeface="Arial"/>
                <a:cs typeface="Arial"/>
                <a:sym typeface="Arial"/>
              </a:rPr>
              <a:t>Se puede limitar el número de respuestas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gtEl>
                                        <p:attrNameLst>
                                          <p:attrName>style.visibility</p:attrName>
                                        </p:attrNameLst>
                                      </p:cBhvr>
                                      <p:to>
                                        <p:strVal val="visible"/>
                                      </p:to>
                                    </p:set>
                                    <p:animEffect filter="fade" transition="in">
                                      <p:cBhvr>
                                        <p:cTn dur="500"/>
                                        <p:tgtEl>
                                          <p:spTgt spid="9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9"/>
                                        </p:tgtEl>
                                        <p:attrNameLst>
                                          <p:attrName>style.visibility</p:attrName>
                                        </p:attrNameLst>
                                      </p:cBhvr>
                                      <p:to>
                                        <p:strVal val="visible"/>
                                      </p:to>
                                    </p:set>
                                    <p:animEffect filter="fade" transition="in">
                                      <p:cBhvr>
                                        <p:cTn dur="500"/>
                                        <p:tgtEl>
                                          <p:spTgt spid="9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0"/>
                                        </p:tgtEl>
                                        <p:attrNameLst>
                                          <p:attrName>style.visibility</p:attrName>
                                        </p:attrNameLst>
                                      </p:cBhvr>
                                      <p:to>
                                        <p:strVal val="visible"/>
                                      </p:to>
                                    </p:set>
                                    <p:animEffect filter="fade" transition="in">
                                      <p:cBhvr>
                                        <p:cTn dur="500"/>
                                        <p:tgtEl>
                                          <p:spTgt spid="9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5"/>
                                        </p:tgtEl>
                                        <p:attrNameLst>
                                          <p:attrName>style.visibility</p:attrName>
                                        </p:attrNameLst>
                                      </p:cBhvr>
                                      <p:to>
                                        <p:strVal val="visible"/>
                                      </p:to>
                                    </p:set>
                                    <p:animEffect filter="fade" transition="in">
                                      <p:cBhvr>
                                        <p:cTn dur="500"/>
                                        <p:tgtEl>
                                          <p:spTgt spid="9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32"/>
          <p:cNvSpPr txBox="1"/>
          <p:nvPr>
            <p:ph idx="4294967295" type="title"/>
          </p:nvPr>
        </p:nvSpPr>
        <p:spPr>
          <a:xfrm>
            <a:off x="1676400" y="730251"/>
            <a:ext cx="21031200" cy="2651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8800"/>
              <a:buNone/>
            </a:pPr>
            <a:r>
              <a:rPr lang="es-MX">
                <a:latin typeface="Roboto"/>
                <a:ea typeface="Roboto"/>
                <a:cs typeface="Roboto"/>
                <a:sym typeface="Roboto"/>
              </a:rPr>
              <a:t>¡Reto!</a:t>
            </a:r>
            <a:endParaRPr>
              <a:latin typeface="Roboto"/>
              <a:ea typeface="Roboto"/>
              <a:cs typeface="Roboto"/>
              <a:sym typeface="Roboto"/>
            </a:endParaRPr>
          </a:p>
        </p:txBody>
      </p:sp>
      <p:sp>
        <p:nvSpPr>
          <p:cNvPr id="927" name="Google Shape;927;p32"/>
          <p:cNvSpPr txBox="1"/>
          <p:nvPr>
            <p:ph idx="4294967295" type="body"/>
          </p:nvPr>
        </p:nvSpPr>
        <p:spPr>
          <a:xfrm>
            <a:off x="1950720" y="3216910"/>
            <a:ext cx="8953500" cy="8702700"/>
          </a:xfrm>
          <a:prstGeom prst="rect">
            <a:avLst/>
          </a:prstGeom>
          <a:noFill/>
          <a:ln>
            <a:noFill/>
          </a:ln>
        </p:spPr>
        <p:txBody>
          <a:bodyPr anchorCtr="0" anchor="t" bIns="45700" lIns="91425" spcFirstLastPara="1" rIns="91425" wrap="square" tIns="45700">
            <a:normAutofit fontScale="85000" lnSpcReduction="10000"/>
          </a:bodyPr>
          <a:lstStyle/>
          <a:p>
            <a:pPr indent="0" lvl="0" marL="0" rtl="0" algn="l">
              <a:lnSpc>
                <a:spcPct val="100000"/>
              </a:lnSpc>
              <a:spcBef>
                <a:spcPts val="2000"/>
              </a:spcBef>
              <a:spcAft>
                <a:spcPts val="0"/>
              </a:spcAft>
              <a:buSzPct val="149732"/>
              <a:buNone/>
            </a:pPr>
            <a:r>
              <a:rPr lang="es-MX" sz="4400">
                <a:latin typeface="Lato"/>
                <a:ea typeface="Lato"/>
                <a:cs typeface="Lato"/>
                <a:sym typeface="Lato"/>
              </a:rPr>
              <a:t>Toma </a:t>
            </a:r>
            <a:r>
              <a:rPr b="1" lang="es-MX" sz="4400">
                <a:latin typeface="Lato"/>
                <a:ea typeface="Lato"/>
                <a:cs typeface="Lato"/>
                <a:sym typeface="Lato"/>
              </a:rPr>
              <a:t>una aplicación de tu celular </a:t>
            </a:r>
            <a:r>
              <a:rPr lang="es-MX" sz="4400">
                <a:latin typeface="Lato"/>
                <a:ea typeface="Lato"/>
                <a:cs typeface="Lato"/>
                <a:sym typeface="Lato"/>
              </a:rPr>
              <a:t>o una página web que visites frecuentemente.</a:t>
            </a:r>
            <a:endParaRPr>
              <a:latin typeface="Lato"/>
              <a:ea typeface="Lato"/>
              <a:cs typeface="Lato"/>
              <a:sym typeface="Lato"/>
            </a:endParaRPr>
          </a:p>
          <a:p>
            <a:pPr indent="0" lvl="0" marL="0" rtl="0" algn="l">
              <a:lnSpc>
                <a:spcPct val="100000"/>
              </a:lnSpc>
              <a:spcBef>
                <a:spcPts val="2000"/>
              </a:spcBef>
              <a:spcAft>
                <a:spcPts val="0"/>
              </a:spcAft>
              <a:buSzPct val="149732"/>
              <a:buNone/>
            </a:pPr>
            <a:r>
              <a:t/>
            </a:r>
            <a:endParaRPr sz="4400">
              <a:latin typeface="Lato"/>
              <a:ea typeface="Lato"/>
              <a:cs typeface="Lato"/>
              <a:sym typeface="Lato"/>
            </a:endParaRPr>
          </a:p>
          <a:p>
            <a:pPr indent="0" lvl="0" marL="0" rtl="0" algn="l">
              <a:lnSpc>
                <a:spcPct val="100000"/>
              </a:lnSpc>
              <a:spcBef>
                <a:spcPts val="2000"/>
              </a:spcBef>
              <a:spcAft>
                <a:spcPts val="0"/>
              </a:spcAft>
              <a:buSzPct val="149732"/>
              <a:buNone/>
            </a:pPr>
            <a:r>
              <a:rPr lang="es-MX" sz="4400">
                <a:latin typeface="Lato"/>
                <a:ea typeface="Lato"/>
                <a:cs typeface="Lato"/>
                <a:sym typeface="Lato"/>
              </a:rPr>
              <a:t>Escoge una </a:t>
            </a:r>
            <a:r>
              <a:rPr b="1" lang="es-MX" sz="4400">
                <a:latin typeface="Lato"/>
                <a:ea typeface="Lato"/>
                <a:cs typeface="Lato"/>
                <a:sym typeface="Lato"/>
              </a:rPr>
              <a:t>página o vista </a:t>
            </a:r>
            <a:r>
              <a:rPr lang="es-MX" sz="4400">
                <a:latin typeface="Lato"/>
                <a:ea typeface="Lato"/>
                <a:cs typeface="Lato"/>
                <a:sym typeface="Lato"/>
              </a:rPr>
              <a:t>que encuentres en la aplicación.</a:t>
            </a:r>
            <a:endParaRPr>
              <a:latin typeface="Lato"/>
              <a:ea typeface="Lato"/>
              <a:cs typeface="Lato"/>
              <a:sym typeface="Lato"/>
            </a:endParaRPr>
          </a:p>
          <a:p>
            <a:pPr indent="0" lvl="0" marL="0" rtl="0" algn="l">
              <a:lnSpc>
                <a:spcPct val="100000"/>
              </a:lnSpc>
              <a:spcBef>
                <a:spcPts val="2000"/>
              </a:spcBef>
              <a:spcAft>
                <a:spcPts val="0"/>
              </a:spcAft>
              <a:buSzPct val="149732"/>
              <a:buNone/>
            </a:pPr>
            <a:r>
              <a:t/>
            </a:r>
            <a:endParaRPr sz="4400">
              <a:latin typeface="Lato"/>
              <a:ea typeface="Lato"/>
              <a:cs typeface="Lato"/>
              <a:sym typeface="Lato"/>
            </a:endParaRPr>
          </a:p>
          <a:p>
            <a:pPr indent="0" lvl="0" marL="0" rtl="0" algn="l">
              <a:lnSpc>
                <a:spcPct val="100000"/>
              </a:lnSpc>
              <a:spcBef>
                <a:spcPts val="2000"/>
              </a:spcBef>
              <a:spcAft>
                <a:spcPts val="0"/>
              </a:spcAft>
              <a:buSzPct val="149732"/>
              <a:buNone/>
            </a:pPr>
            <a:r>
              <a:rPr lang="es-MX" sz="4400">
                <a:latin typeface="Lato"/>
                <a:ea typeface="Lato"/>
                <a:cs typeface="Lato"/>
                <a:sym typeface="Lato"/>
              </a:rPr>
              <a:t>Ingresa a Firestore e imagina </a:t>
            </a:r>
            <a:r>
              <a:rPr b="1" lang="es-MX" sz="4400">
                <a:latin typeface="Lato"/>
                <a:ea typeface="Lato"/>
                <a:cs typeface="Lato"/>
                <a:sym typeface="Lato"/>
              </a:rPr>
              <a:t>qué modelo pudo haberse utilizado</a:t>
            </a:r>
            <a:r>
              <a:rPr lang="es-MX" sz="4400">
                <a:latin typeface="Lato"/>
                <a:ea typeface="Lato"/>
                <a:cs typeface="Lato"/>
                <a:sym typeface="Lato"/>
              </a:rPr>
              <a:t> para nutrir esta vista.</a:t>
            </a:r>
            <a:endParaRPr>
              <a:latin typeface="Lato"/>
              <a:ea typeface="Lato"/>
              <a:cs typeface="Lato"/>
              <a:sym typeface="Lato"/>
            </a:endParaRPr>
          </a:p>
          <a:p>
            <a:pPr indent="0" lvl="0" marL="0" rtl="0" algn="l">
              <a:lnSpc>
                <a:spcPct val="100000"/>
              </a:lnSpc>
              <a:spcBef>
                <a:spcPts val="2000"/>
              </a:spcBef>
              <a:spcAft>
                <a:spcPts val="0"/>
              </a:spcAft>
              <a:buSzPct val="149732"/>
              <a:buNone/>
            </a:pPr>
            <a:r>
              <a:t/>
            </a:r>
            <a:endParaRPr sz="4400">
              <a:latin typeface="Lato"/>
              <a:ea typeface="Lato"/>
              <a:cs typeface="Lato"/>
              <a:sym typeface="Lato"/>
            </a:endParaRPr>
          </a:p>
          <a:p>
            <a:pPr indent="0" lvl="0" marL="0" rtl="0" algn="l">
              <a:lnSpc>
                <a:spcPct val="100000"/>
              </a:lnSpc>
              <a:spcBef>
                <a:spcPts val="2000"/>
              </a:spcBef>
              <a:spcAft>
                <a:spcPts val="0"/>
              </a:spcAft>
              <a:buSzPct val="149732"/>
              <a:buNone/>
            </a:pPr>
            <a:r>
              <a:rPr lang="es-MX" sz="4400">
                <a:latin typeface="Lato"/>
                <a:ea typeface="Lato"/>
                <a:cs typeface="Lato"/>
                <a:sym typeface="Lato"/>
              </a:rPr>
              <a:t>Arma la colección y ponle manualmente unos cuantos documentos.</a:t>
            </a:r>
            <a:endParaRPr>
              <a:latin typeface="Lato"/>
              <a:ea typeface="Lato"/>
              <a:cs typeface="Lato"/>
              <a:sym typeface="Lato"/>
            </a:endParaRPr>
          </a:p>
        </p:txBody>
      </p:sp>
      <p:pic>
        <p:nvPicPr>
          <p:cNvPr id="928" name="Google Shape;928;p32"/>
          <p:cNvPicPr preferRelativeResize="0"/>
          <p:nvPr/>
        </p:nvPicPr>
        <p:blipFill rotWithShape="1">
          <a:blip r:embed="rId3">
            <a:alphaModFix/>
          </a:blip>
          <a:srcRect b="0" l="0" r="0" t="0"/>
          <a:stretch/>
        </p:blipFill>
        <p:spPr>
          <a:xfrm>
            <a:off x="11511875" y="3651250"/>
            <a:ext cx="10646624" cy="70929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pic>
        <p:nvPicPr>
          <p:cNvPr descr="Interfaz de usuario gráfica, Texto, Aplicación, Chat o mensaje de texto&#10;&#10;El contenido generado por IA puede ser incorrecto." id="933" name="Google Shape;933;p33"/>
          <p:cNvPicPr preferRelativeResize="0"/>
          <p:nvPr/>
        </p:nvPicPr>
        <p:blipFill rotWithShape="1">
          <a:blip r:embed="rId3">
            <a:alphaModFix/>
          </a:blip>
          <a:srcRect b="0" l="0" r="0" t="0"/>
          <a:stretch/>
        </p:blipFill>
        <p:spPr>
          <a:xfrm>
            <a:off x="0" y="0"/>
            <a:ext cx="6330462" cy="13716000"/>
          </a:xfrm>
          <a:prstGeom prst="rect">
            <a:avLst/>
          </a:prstGeom>
          <a:noFill/>
          <a:ln>
            <a:noFill/>
          </a:ln>
        </p:spPr>
      </p:pic>
      <p:pic>
        <p:nvPicPr>
          <p:cNvPr id="934" name="Google Shape;934;p33"/>
          <p:cNvPicPr preferRelativeResize="0"/>
          <p:nvPr/>
        </p:nvPicPr>
        <p:blipFill rotWithShape="1">
          <a:blip r:embed="rId4">
            <a:alphaModFix/>
          </a:blip>
          <a:srcRect b="0" l="0" r="0" t="0"/>
          <a:stretch/>
        </p:blipFill>
        <p:spPr>
          <a:xfrm>
            <a:off x="6956867" y="1681492"/>
            <a:ext cx="15148753" cy="8246970"/>
          </a:xfrm>
          <a:prstGeom prst="rect">
            <a:avLst/>
          </a:prstGeom>
          <a:noFill/>
          <a:ln>
            <a:noFill/>
          </a:ln>
        </p:spPr>
      </p:pic>
      <p:pic>
        <p:nvPicPr>
          <p:cNvPr id="935" name="Google Shape;935;p33"/>
          <p:cNvPicPr preferRelativeResize="0"/>
          <p:nvPr/>
        </p:nvPicPr>
        <p:blipFill rotWithShape="1">
          <a:blip r:embed="rId5">
            <a:alphaModFix/>
          </a:blip>
          <a:srcRect b="0" l="0" r="0" t="0"/>
          <a:stretch/>
        </p:blipFill>
        <p:spPr>
          <a:xfrm>
            <a:off x="6956867" y="1681492"/>
            <a:ext cx="15148752" cy="856732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39" name="Shape 939"/>
        <p:cNvGrpSpPr/>
        <p:nvPr/>
      </p:nvGrpSpPr>
      <p:grpSpPr>
        <a:xfrm>
          <a:off x="0" y="0"/>
          <a:ext cx="0" cy="0"/>
          <a:chOff x="0" y="0"/>
          <a:chExt cx="0" cy="0"/>
        </a:xfrm>
      </p:grpSpPr>
      <p:sp>
        <p:nvSpPr>
          <p:cNvPr id="940" name="Google Shape;940;p87"/>
          <p:cNvSpPr txBox="1"/>
          <p:nvPr>
            <p:ph type="ctrTitle"/>
          </p:nvPr>
        </p:nvSpPr>
        <p:spPr>
          <a:xfrm>
            <a:off x="3048000" y="2244726"/>
            <a:ext cx="18288000" cy="47752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2000"/>
              <a:buFont typeface="Calibri"/>
              <a:buNone/>
            </a:pPr>
            <a:r>
              <a:t/>
            </a:r>
            <a:endParaRPr/>
          </a:p>
        </p:txBody>
      </p:sp>
      <p:sp>
        <p:nvSpPr>
          <p:cNvPr id="941" name="Google Shape;941;p87"/>
          <p:cNvSpPr txBox="1"/>
          <p:nvPr>
            <p:ph idx="1" type="subTitle"/>
          </p:nvPr>
        </p:nvSpPr>
        <p:spPr>
          <a:xfrm>
            <a:off x="3048000" y="7204076"/>
            <a:ext cx="18288000" cy="3311524"/>
          </a:xfrm>
          <a:prstGeom prst="rect">
            <a:avLst/>
          </a:prstGeom>
          <a:noFill/>
          <a:ln>
            <a:noFill/>
          </a:ln>
        </p:spPr>
        <p:txBody>
          <a:bodyPr anchorCtr="0" anchor="t" bIns="45700" lIns="91425" spcFirstLastPara="1" rIns="91425" wrap="square" tIns="45700">
            <a:normAutofit/>
          </a:bodyPr>
          <a:lstStyle/>
          <a:p>
            <a:pPr indent="-457200" lvl="0" marL="457200" rtl="0" algn="ctr">
              <a:lnSpc>
                <a:spcPct val="90000"/>
              </a:lnSpc>
              <a:spcBef>
                <a:spcPts val="2000"/>
              </a:spcBef>
              <a:spcAft>
                <a:spcPts val="0"/>
              </a:spcAft>
              <a:buClr>
                <a:schemeClr val="dk1"/>
              </a:buClr>
              <a:buSzPts val="4800"/>
              <a:buNone/>
            </a:pPr>
            <a:r>
              <a:t/>
            </a:r>
            <a:endParaRPr/>
          </a:p>
        </p:txBody>
      </p:sp>
      <p:pic>
        <p:nvPicPr>
          <p:cNvPr id="942" name="Google Shape;942;p87"/>
          <p:cNvPicPr preferRelativeResize="0"/>
          <p:nvPr/>
        </p:nvPicPr>
        <p:blipFill rotWithShape="1">
          <a:blip r:embed="rId3">
            <a:alphaModFix/>
          </a:blip>
          <a:srcRect b="0" l="0" r="0" t="0"/>
          <a:stretch/>
        </p:blipFill>
        <p:spPr>
          <a:xfrm>
            <a:off x="3051487" y="1728071"/>
            <a:ext cx="18281026" cy="10259857"/>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7" name="Shape 947"/>
        <p:cNvGrpSpPr/>
        <p:nvPr/>
      </p:nvGrpSpPr>
      <p:grpSpPr>
        <a:xfrm>
          <a:off x="0" y="0"/>
          <a:ext cx="0" cy="0"/>
          <a:chOff x="0" y="0"/>
          <a:chExt cx="0" cy="0"/>
        </a:xfrm>
      </p:grpSpPr>
      <p:sp>
        <p:nvSpPr>
          <p:cNvPr descr="mediana" id="948" name="Google Shape;948;p88"/>
          <p:cNvSpPr/>
          <p:nvPr/>
        </p:nvSpPr>
        <p:spPr>
          <a:xfrm>
            <a:off x="11887200" y="6553200"/>
            <a:ext cx="609600" cy="609600"/>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descr="Qué es Realidad? » Su Definición y Significado [2023]" id="949" name="Google Shape;949;p88"/>
          <p:cNvSpPr/>
          <p:nvPr/>
        </p:nvSpPr>
        <p:spPr>
          <a:xfrm>
            <a:off x="3359150" y="-288925"/>
            <a:ext cx="609600" cy="609602"/>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pic>
        <p:nvPicPr>
          <p:cNvPr id="950" name="Google Shape;950;p88"/>
          <p:cNvPicPr preferRelativeResize="0"/>
          <p:nvPr/>
        </p:nvPicPr>
        <p:blipFill rotWithShape="1">
          <a:blip r:embed="rId3">
            <a:alphaModFix/>
          </a:blip>
          <a:srcRect b="0" l="0" r="0" t="0"/>
          <a:stretch/>
        </p:blipFill>
        <p:spPr>
          <a:xfrm>
            <a:off x="3161039" y="2642599"/>
            <a:ext cx="18061921" cy="8430802"/>
          </a:xfrm>
          <a:prstGeom prst="rect">
            <a:avLst/>
          </a:prstGeom>
          <a:noFill/>
          <a:ln>
            <a:noFill/>
          </a:ln>
        </p:spPr>
      </p:pic>
      <p:sp>
        <p:nvSpPr>
          <p:cNvPr id="951" name="Google Shape;951;p88"/>
          <p:cNvSpPr txBox="1"/>
          <p:nvPr/>
        </p:nvSpPr>
        <p:spPr>
          <a:xfrm>
            <a:off x="11709400" y="12039600"/>
            <a:ext cx="102108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rgbClr val="000000"/>
                </a:solidFill>
                <a:latin typeface="Lato"/>
                <a:ea typeface="Lato"/>
                <a:cs typeface="Lato"/>
                <a:sym typeface="Lato"/>
              </a:rPr>
              <a:t>Vamos a Firebase</a:t>
            </a:r>
            <a:endParaRPr b="0" i="0" sz="2800" u="none" cap="none" strike="noStrike">
              <a:solidFill>
                <a:srgbClr val="000000"/>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1"/>
                                        </p:tgtEl>
                                        <p:attrNameLst>
                                          <p:attrName>style.visibility</p:attrName>
                                        </p:attrNameLst>
                                      </p:cBhvr>
                                      <p:to>
                                        <p:strVal val="visible"/>
                                      </p:to>
                                    </p:set>
                                    <p:animEffect filter="fade" transition="in">
                                      <p:cBhvr>
                                        <p:cTn dur="500"/>
                                        <p:tgtEl>
                                          <p:spTgt spid="9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55" name="Shape 955"/>
        <p:cNvGrpSpPr/>
        <p:nvPr/>
      </p:nvGrpSpPr>
      <p:grpSpPr>
        <a:xfrm>
          <a:off x="0" y="0"/>
          <a:ext cx="0" cy="0"/>
          <a:chOff x="0" y="0"/>
          <a:chExt cx="0" cy="0"/>
        </a:xfrm>
      </p:grpSpPr>
      <p:sp>
        <p:nvSpPr>
          <p:cNvPr id="956" name="Google Shape;956;p89"/>
          <p:cNvSpPr txBox="1"/>
          <p:nvPr>
            <p:ph type="ctrTitle"/>
          </p:nvPr>
        </p:nvSpPr>
        <p:spPr>
          <a:xfrm>
            <a:off x="3048000" y="2244726"/>
            <a:ext cx="18288000" cy="47752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2000"/>
              <a:buFont typeface="Calibri"/>
              <a:buNone/>
            </a:pPr>
            <a:r>
              <a:t/>
            </a:r>
            <a:endParaRPr/>
          </a:p>
        </p:txBody>
      </p:sp>
      <p:sp>
        <p:nvSpPr>
          <p:cNvPr id="957" name="Google Shape;957;p89"/>
          <p:cNvSpPr txBox="1"/>
          <p:nvPr>
            <p:ph idx="1" type="subTitle"/>
          </p:nvPr>
        </p:nvSpPr>
        <p:spPr>
          <a:xfrm>
            <a:off x="3048000" y="7204076"/>
            <a:ext cx="18288000" cy="3311524"/>
          </a:xfrm>
          <a:prstGeom prst="rect">
            <a:avLst/>
          </a:prstGeom>
          <a:noFill/>
          <a:ln>
            <a:noFill/>
          </a:ln>
        </p:spPr>
        <p:txBody>
          <a:bodyPr anchorCtr="0" anchor="t" bIns="45700" lIns="91425" spcFirstLastPara="1" rIns="91425" wrap="square" tIns="45700">
            <a:normAutofit/>
          </a:bodyPr>
          <a:lstStyle/>
          <a:p>
            <a:pPr indent="-457200" lvl="0" marL="457200" rtl="0" algn="ctr">
              <a:lnSpc>
                <a:spcPct val="90000"/>
              </a:lnSpc>
              <a:spcBef>
                <a:spcPts val="2000"/>
              </a:spcBef>
              <a:spcAft>
                <a:spcPts val="0"/>
              </a:spcAft>
              <a:buClr>
                <a:schemeClr val="dk1"/>
              </a:buClr>
              <a:buSzPts val="4800"/>
              <a:buNone/>
            </a:pPr>
            <a:r>
              <a:t/>
            </a:r>
            <a:endParaRPr/>
          </a:p>
        </p:txBody>
      </p:sp>
      <p:pic>
        <p:nvPicPr>
          <p:cNvPr id="958" name="Google Shape;958;p89"/>
          <p:cNvPicPr preferRelativeResize="0"/>
          <p:nvPr/>
        </p:nvPicPr>
        <p:blipFill rotWithShape="1">
          <a:blip r:embed="rId3">
            <a:alphaModFix/>
          </a:blip>
          <a:srcRect b="0" l="0" r="0" t="0"/>
          <a:stretch/>
        </p:blipFill>
        <p:spPr>
          <a:xfrm>
            <a:off x="3046723" y="2633073"/>
            <a:ext cx="18290553" cy="8449854"/>
          </a:xfrm>
          <a:prstGeom prst="rect">
            <a:avLst/>
          </a:prstGeom>
          <a:noFill/>
          <a:ln>
            <a:noFill/>
          </a:ln>
        </p:spPr>
      </p:pic>
      <p:sp>
        <p:nvSpPr>
          <p:cNvPr id="959" name="Google Shape;959;p89"/>
          <p:cNvSpPr txBox="1"/>
          <p:nvPr/>
        </p:nvSpPr>
        <p:spPr>
          <a:xfrm>
            <a:off x="11709400" y="12039600"/>
            <a:ext cx="102108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rgbClr val="000000"/>
                </a:solidFill>
                <a:latin typeface="Lato"/>
                <a:ea typeface="Lato"/>
                <a:cs typeface="Lato"/>
                <a:sym typeface="Lato"/>
              </a:rPr>
              <a:t>Para esto buscamos en google</a:t>
            </a:r>
            <a:endParaRPr b="0" i="0" sz="2800" u="none" cap="none" strike="noStrike">
              <a:solidFill>
                <a:srgbClr val="000000"/>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9"/>
                                        </p:tgtEl>
                                        <p:attrNameLst>
                                          <p:attrName>style.visibility</p:attrName>
                                        </p:attrNameLst>
                                      </p:cBhvr>
                                      <p:to>
                                        <p:strVal val="visible"/>
                                      </p:to>
                                    </p:set>
                                    <p:animEffect filter="fade" transition="in">
                                      <p:cBhvr>
                                        <p:cTn dur="500"/>
                                        <p:tgtEl>
                                          <p:spTgt spid="9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63" name="Shape 963"/>
        <p:cNvGrpSpPr/>
        <p:nvPr/>
      </p:nvGrpSpPr>
      <p:grpSpPr>
        <a:xfrm>
          <a:off x="0" y="0"/>
          <a:ext cx="0" cy="0"/>
          <a:chOff x="0" y="0"/>
          <a:chExt cx="0" cy="0"/>
        </a:xfrm>
      </p:grpSpPr>
      <p:sp>
        <p:nvSpPr>
          <p:cNvPr id="964" name="Google Shape;964;p90"/>
          <p:cNvSpPr txBox="1"/>
          <p:nvPr>
            <p:ph type="ctrTitle"/>
          </p:nvPr>
        </p:nvSpPr>
        <p:spPr>
          <a:xfrm>
            <a:off x="3048000" y="2244726"/>
            <a:ext cx="18288000" cy="47752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2000"/>
              <a:buFont typeface="Calibri"/>
              <a:buNone/>
            </a:pPr>
            <a:r>
              <a:t/>
            </a:r>
            <a:endParaRPr/>
          </a:p>
        </p:txBody>
      </p:sp>
      <p:sp>
        <p:nvSpPr>
          <p:cNvPr id="965" name="Google Shape;965;p90"/>
          <p:cNvSpPr txBox="1"/>
          <p:nvPr>
            <p:ph idx="1" type="subTitle"/>
          </p:nvPr>
        </p:nvSpPr>
        <p:spPr>
          <a:xfrm>
            <a:off x="3048000" y="7204076"/>
            <a:ext cx="18288000" cy="3311524"/>
          </a:xfrm>
          <a:prstGeom prst="rect">
            <a:avLst/>
          </a:prstGeom>
          <a:noFill/>
          <a:ln>
            <a:noFill/>
          </a:ln>
        </p:spPr>
        <p:txBody>
          <a:bodyPr anchorCtr="0" anchor="t" bIns="45700" lIns="91425" spcFirstLastPara="1" rIns="91425" wrap="square" tIns="45700">
            <a:normAutofit/>
          </a:bodyPr>
          <a:lstStyle/>
          <a:p>
            <a:pPr indent="-457200" lvl="0" marL="457200" rtl="0" algn="ctr">
              <a:lnSpc>
                <a:spcPct val="90000"/>
              </a:lnSpc>
              <a:spcBef>
                <a:spcPts val="2000"/>
              </a:spcBef>
              <a:spcAft>
                <a:spcPts val="0"/>
              </a:spcAft>
              <a:buClr>
                <a:schemeClr val="dk1"/>
              </a:buClr>
              <a:buSzPts val="4800"/>
              <a:buNone/>
            </a:pPr>
            <a:r>
              <a:t/>
            </a:r>
            <a:endParaRPr/>
          </a:p>
        </p:txBody>
      </p:sp>
      <p:pic>
        <p:nvPicPr>
          <p:cNvPr id="966" name="Google Shape;966;p90"/>
          <p:cNvPicPr preferRelativeResize="0"/>
          <p:nvPr/>
        </p:nvPicPr>
        <p:blipFill rotWithShape="1">
          <a:blip r:embed="rId3">
            <a:alphaModFix/>
          </a:blip>
          <a:srcRect b="0" l="0" r="0" t="0"/>
          <a:stretch/>
        </p:blipFill>
        <p:spPr>
          <a:xfrm>
            <a:off x="3218197" y="2799783"/>
            <a:ext cx="17947605" cy="8116433"/>
          </a:xfrm>
          <a:prstGeom prst="rect">
            <a:avLst/>
          </a:prstGeom>
          <a:noFill/>
          <a:ln>
            <a:noFill/>
          </a:ln>
        </p:spPr>
      </p:pic>
      <p:sp>
        <p:nvSpPr>
          <p:cNvPr id="967" name="Google Shape;967;p90"/>
          <p:cNvSpPr txBox="1"/>
          <p:nvPr/>
        </p:nvSpPr>
        <p:spPr>
          <a:xfrm>
            <a:off x="11709400" y="12039600"/>
            <a:ext cx="102108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rgbClr val="000000"/>
                </a:solidFill>
                <a:latin typeface="Lato"/>
                <a:ea typeface="Lato"/>
                <a:cs typeface="Lato"/>
                <a:sym typeface="Lato"/>
              </a:rPr>
              <a:t>Iniciamos sesión</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gtEl>
                                        <p:attrNameLst>
                                          <p:attrName>style.visibility</p:attrName>
                                        </p:attrNameLst>
                                      </p:cBhvr>
                                      <p:to>
                                        <p:strVal val="visible"/>
                                      </p:to>
                                    </p:set>
                                    <p:animEffect filter="fade" transition="in">
                                      <p:cBhvr>
                                        <p:cTn dur="500"/>
                                        <p:tgtEl>
                                          <p:spTgt spid="9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71" name="Shape 971"/>
        <p:cNvGrpSpPr/>
        <p:nvPr/>
      </p:nvGrpSpPr>
      <p:grpSpPr>
        <a:xfrm>
          <a:off x="0" y="0"/>
          <a:ext cx="0" cy="0"/>
          <a:chOff x="0" y="0"/>
          <a:chExt cx="0" cy="0"/>
        </a:xfrm>
      </p:grpSpPr>
      <p:sp>
        <p:nvSpPr>
          <p:cNvPr id="972" name="Google Shape;972;p91"/>
          <p:cNvSpPr txBox="1"/>
          <p:nvPr>
            <p:ph type="ctrTitle"/>
          </p:nvPr>
        </p:nvSpPr>
        <p:spPr>
          <a:xfrm>
            <a:off x="3048000" y="2244726"/>
            <a:ext cx="18288000" cy="47752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2000"/>
              <a:buFont typeface="Calibri"/>
              <a:buNone/>
            </a:pPr>
            <a:r>
              <a:t/>
            </a:r>
            <a:endParaRPr/>
          </a:p>
        </p:txBody>
      </p:sp>
      <p:sp>
        <p:nvSpPr>
          <p:cNvPr id="973" name="Google Shape;973;p91"/>
          <p:cNvSpPr txBox="1"/>
          <p:nvPr>
            <p:ph idx="1" type="subTitle"/>
          </p:nvPr>
        </p:nvSpPr>
        <p:spPr>
          <a:xfrm>
            <a:off x="3048000" y="7204076"/>
            <a:ext cx="18288000" cy="3311524"/>
          </a:xfrm>
          <a:prstGeom prst="rect">
            <a:avLst/>
          </a:prstGeom>
          <a:noFill/>
          <a:ln>
            <a:noFill/>
          </a:ln>
        </p:spPr>
        <p:txBody>
          <a:bodyPr anchorCtr="0" anchor="t" bIns="45700" lIns="91425" spcFirstLastPara="1" rIns="91425" wrap="square" tIns="45700">
            <a:normAutofit/>
          </a:bodyPr>
          <a:lstStyle/>
          <a:p>
            <a:pPr indent="-457200" lvl="0" marL="457200" rtl="0" algn="ctr">
              <a:lnSpc>
                <a:spcPct val="90000"/>
              </a:lnSpc>
              <a:spcBef>
                <a:spcPts val="2000"/>
              </a:spcBef>
              <a:spcAft>
                <a:spcPts val="0"/>
              </a:spcAft>
              <a:buClr>
                <a:schemeClr val="dk1"/>
              </a:buClr>
              <a:buSzPts val="4800"/>
              <a:buNone/>
            </a:pPr>
            <a:r>
              <a:t/>
            </a:r>
            <a:endParaRPr/>
          </a:p>
        </p:txBody>
      </p:sp>
      <p:pic>
        <p:nvPicPr>
          <p:cNvPr id="974" name="Google Shape;974;p91"/>
          <p:cNvPicPr preferRelativeResize="0"/>
          <p:nvPr/>
        </p:nvPicPr>
        <p:blipFill rotWithShape="1">
          <a:blip r:embed="rId3">
            <a:alphaModFix/>
          </a:blip>
          <a:srcRect b="0" l="0" r="0" t="0"/>
          <a:stretch/>
        </p:blipFill>
        <p:spPr>
          <a:xfrm>
            <a:off x="3046723" y="4019154"/>
            <a:ext cx="18290553" cy="5677692"/>
          </a:xfrm>
          <a:prstGeom prst="rect">
            <a:avLst/>
          </a:prstGeom>
          <a:noFill/>
          <a:ln>
            <a:noFill/>
          </a:ln>
        </p:spPr>
      </p:pic>
      <p:sp>
        <p:nvSpPr>
          <p:cNvPr id="975" name="Google Shape;975;p91"/>
          <p:cNvSpPr txBox="1"/>
          <p:nvPr/>
        </p:nvSpPr>
        <p:spPr>
          <a:xfrm>
            <a:off x="4826000" y="2060576"/>
            <a:ext cx="15671800"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s-MX" sz="4800" u="none" cap="none" strike="noStrike">
                <a:solidFill>
                  <a:srgbClr val="000000"/>
                </a:solidFill>
                <a:latin typeface="Lato"/>
                <a:ea typeface="Lato"/>
                <a:cs typeface="Lato"/>
                <a:sym typeface="Lato"/>
              </a:rPr>
              <a:t>En los entornos de nube encontraremos proyectos. Cada proyecto tendrá recursos asociados</a:t>
            </a:r>
            <a:endParaRPr b="0" i="0" sz="5400" u="none" cap="none" strike="noStrike">
              <a:solidFill>
                <a:srgbClr val="000000"/>
              </a:solidFill>
              <a:latin typeface="Lato"/>
              <a:ea typeface="Lato"/>
              <a:cs typeface="Lato"/>
              <a:sym typeface="Lato"/>
            </a:endParaRPr>
          </a:p>
        </p:txBody>
      </p:sp>
      <p:sp>
        <p:nvSpPr>
          <p:cNvPr id="976" name="Google Shape;976;p91"/>
          <p:cNvSpPr txBox="1"/>
          <p:nvPr/>
        </p:nvSpPr>
        <p:spPr>
          <a:xfrm>
            <a:off x="11709400" y="12039600"/>
            <a:ext cx="102108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rgbClr val="000000"/>
                </a:solidFill>
                <a:latin typeface="Lato"/>
                <a:ea typeface="Lato"/>
                <a:cs typeface="Lato"/>
                <a:sym typeface="Lato"/>
              </a:rPr>
              <a:t>Damos clic en crear proyecto</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5"/>
                                        </p:tgtEl>
                                        <p:attrNameLst>
                                          <p:attrName>style.visibility</p:attrName>
                                        </p:attrNameLst>
                                      </p:cBhvr>
                                      <p:to>
                                        <p:strVal val="visible"/>
                                      </p:to>
                                    </p:set>
                                    <p:animEffect filter="fade" transition="in">
                                      <p:cBhvr>
                                        <p:cTn dur="500"/>
                                        <p:tgtEl>
                                          <p:spTgt spid="9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6"/>
                                        </p:tgtEl>
                                        <p:attrNameLst>
                                          <p:attrName>style.visibility</p:attrName>
                                        </p:attrNameLst>
                                      </p:cBhvr>
                                      <p:to>
                                        <p:strVal val="visible"/>
                                      </p:to>
                                    </p:set>
                                    <p:animEffect filter="fade" transition="in">
                                      <p:cBhvr>
                                        <p:cTn dur="500"/>
                                        <p:tgtEl>
                                          <p:spTgt spid="9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80" name="Shape 980"/>
        <p:cNvGrpSpPr/>
        <p:nvPr/>
      </p:nvGrpSpPr>
      <p:grpSpPr>
        <a:xfrm>
          <a:off x="0" y="0"/>
          <a:ext cx="0" cy="0"/>
          <a:chOff x="0" y="0"/>
          <a:chExt cx="0" cy="0"/>
        </a:xfrm>
      </p:grpSpPr>
      <p:sp>
        <p:nvSpPr>
          <p:cNvPr id="981" name="Google Shape;981;p92"/>
          <p:cNvSpPr txBox="1"/>
          <p:nvPr>
            <p:ph type="ctrTitle"/>
          </p:nvPr>
        </p:nvSpPr>
        <p:spPr>
          <a:xfrm>
            <a:off x="3048000" y="2244726"/>
            <a:ext cx="18288000" cy="47752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2000"/>
              <a:buFont typeface="Calibri"/>
              <a:buNone/>
            </a:pPr>
            <a:r>
              <a:t/>
            </a:r>
            <a:endParaRPr/>
          </a:p>
        </p:txBody>
      </p:sp>
      <p:sp>
        <p:nvSpPr>
          <p:cNvPr id="982" name="Google Shape;982;p92"/>
          <p:cNvSpPr txBox="1"/>
          <p:nvPr>
            <p:ph idx="1" type="subTitle"/>
          </p:nvPr>
        </p:nvSpPr>
        <p:spPr>
          <a:xfrm>
            <a:off x="3048000" y="7204076"/>
            <a:ext cx="18288000" cy="3311524"/>
          </a:xfrm>
          <a:prstGeom prst="rect">
            <a:avLst/>
          </a:prstGeom>
          <a:noFill/>
          <a:ln>
            <a:noFill/>
          </a:ln>
        </p:spPr>
        <p:txBody>
          <a:bodyPr anchorCtr="0" anchor="t" bIns="45700" lIns="91425" spcFirstLastPara="1" rIns="91425" wrap="square" tIns="45700">
            <a:normAutofit/>
          </a:bodyPr>
          <a:lstStyle/>
          <a:p>
            <a:pPr indent="-457200" lvl="0" marL="457200" rtl="0" algn="ctr">
              <a:lnSpc>
                <a:spcPct val="90000"/>
              </a:lnSpc>
              <a:spcBef>
                <a:spcPts val="2000"/>
              </a:spcBef>
              <a:spcAft>
                <a:spcPts val="0"/>
              </a:spcAft>
              <a:buClr>
                <a:schemeClr val="dk1"/>
              </a:buClr>
              <a:buSzPts val="4800"/>
              <a:buNone/>
            </a:pPr>
            <a:r>
              <a:t/>
            </a:r>
            <a:endParaRPr/>
          </a:p>
        </p:txBody>
      </p:sp>
      <p:pic>
        <p:nvPicPr>
          <p:cNvPr id="983" name="Google Shape;983;p92"/>
          <p:cNvPicPr preferRelativeResize="0"/>
          <p:nvPr/>
        </p:nvPicPr>
        <p:blipFill rotWithShape="1">
          <a:blip r:embed="rId3">
            <a:alphaModFix/>
          </a:blip>
          <a:srcRect b="0" l="0" r="0" t="0"/>
          <a:stretch/>
        </p:blipFill>
        <p:spPr>
          <a:xfrm>
            <a:off x="3623066" y="2904573"/>
            <a:ext cx="17137867" cy="7906853"/>
          </a:xfrm>
          <a:prstGeom prst="rect">
            <a:avLst/>
          </a:prstGeom>
          <a:noFill/>
          <a:ln>
            <a:noFill/>
          </a:ln>
        </p:spPr>
      </p:pic>
      <p:sp>
        <p:nvSpPr>
          <p:cNvPr id="984" name="Google Shape;984;p92"/>
          <p:cNvSpPr txBox="1"/>
          <p:nvPr/>
        </p:nvSpPr>
        <p:spPr>
          <a:xfrm>
            <a:off x="11709400" y="12039600"/>
            <a:ext cx="102108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rgbClr val="000000"/>
                </a:solidFill>
                <a:latin typeface="Lato"/>
                <a:ea typeface="Lato"/>
                <a:cs typeface="Lato"/>
                <a:sym typeface="Lato"/>
              </a:rPr>
              <a:t>Asignamos el nombre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4"/>
                                        </p:tgtEl>
                                        <p:attrNameLst>
                                          <p:attrName>style.visibility</p:attrName>
                                        </p:attrNameLst>
                                      </p:cBhvr>
                                      <p:to>
                                        <p:strVal val="visible"/>
                                      </p:to>
                                    </p:set>
                                    <p:animEffect filter="fade" transition="in">
                                      <p:cBhvr>
                                        <p:cTn dur="500"/>
                                        <p:tgtEl>
                                          <p:spTgt spid="9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88" name="Shape 988"/>
        <p:cNvGrpSpPr/>
        <p:nvPr/>
      </p:nvGrpSpPr>
      <p:grpSpPr>
        <a:xfrm>
          <a:off x="0" y="0"/>
          <a:ext cx="0" cy="0"/>
          <a:chOff x="0" y="0"/>
          <a:chExt cx="0" cy="0"/>
        </a:xfrm>
      </p:grpSpPr>
      <p:sp>
        <p:nvSpPr>
          <p:cNvPr id="989" name="Google Shape;989;p93"/>
          <p:cNvSpPr txBox="1"/>
          <p:nvPr>
            <p:ph type="title"/>
          </p:nvPr>
        </p:nvSpPr>
        <p:spPr>
          <a:xfrm>
            <a:off x="1676400" y="730251"/>
            <a:ext cx="21031200"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a:p>
        </p:txBody>
      </p:sp>
      <p:sp>
        <p:nvSpPr>
          <p:cNvPr id="990" name="Google Shape;990;p93"/>
          <p:cNvSpPr txBox="1"/>
          <p:nvPr>
            <p:ph idx="1" type="body"/>
          </p:nvPr>
        </p:nvSpPr>
        <p:spPr>
          <a:xfrm>
            <a:off x="1676400" y="3651250"/>
            <a:ext cx="21031200" cy="8702676"/>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2000"/>
              </a:spcBef>
              <a:spcAft>
                <a:spcPts val="0"/>
              </a:spcAft>
              <a:buClr>
                <a:schemeClr val="dk1"/>
              </a:buClr>
              <a:buSzPts val="1800"/>
              <a:buNone/>
            </a:pPr>
            <a:r>
              <a:t/>
            </a:r>
            <a:endParaRPr/>
          </a:p>
        </p:txBody>
      </p:sp>
      <p:pic>
        <p:nvPicPr>
          <p:cNvPr id="991" name="Google Shape;991;p93"/>
          <p:cNvPicPr preferRelativeResize="0"/>
          <p:nvPr/>
        </p:nvPicPr>
        <p:blipFill rotWithShape="1">
          <a:blip r:embed="rId3">
            <a:alphaModFix/>
          </a:blip>
          <a:srcRect b="0" l="0" r="0" t="0"/>
          <a:stretch/>
        </p:blipFill>
        <p:spPr>
          <a:xfrm>
            <a:off x="5580727" y="2918863"/>
            <a:ext cx="13222545" cy="7878274"/>
          </a:xfrm>
          <a:prstGeom prst="rect">
            <a:avLst/>
          </a:prstGeom>
          <a:noFill/>
          <a:ln>
            <a:noFill/>
          </a:ln>
        </p:spPr>
      </p:pic>
      <p:sp>
        <p:nvSpPr>
          <p:cNvPr id="992" name="Google Shape;992;p93"/>
          <p:cNvSpPr txBox="1"/>
          <p:nvPr/>
        </p:nvSpPr>
        <p:spPr>
          <a:xfrm>
            <a:off x="11709400" y="12039600"/>
            <a:ext cx="1021080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rgbClr val="000000"/>
                </a:solidFill>
                <a:latin typeface="Lato"/>
                <a:ea typeface="Lato"/>
                <a:cs typeface="Lato"/>
                <a:sym typeface="Lato"/>
              </a:rPr>
              <a:t>Analytics es gratis, pero si quieren no lo pongamos, tampoco si les sale Gemini, no nos enredemos.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2"/>
                                        </p:tgtEl>
                                        <p:attrNameLst>
                                          <p:attrName>style.visibility</p:attrName>
                                        </p:attrNameLst>
                                      </p:cBhvr>
                                      <p:to>
                                        <p:strVal val="visible"/>
                                      </p:to>
                                    </p:set>
                                    <p:animEffect filter="fade" transition="in">
                                      <p:cBhvr>
                                        <p:cTn dur="500"/>
                                        <p:tgtEl>
                                          <p:spTgt spid="9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96" name="Shape 996"/>
        <p:cNvGrpSpPr/>
        <p:nvPr/>
      </p:nvGrpSpPr>
      <p:grpSpPr>
        <a:xfrm>
          <a:off x="0" y="0"/>
          <a:ext cx="0" cy="0"/>
          <a:chOff x="0" y="0"/>
          <a:chExt cx="0" cy="0"/>
        </a:xfrm>
      </p:grpSpPr>
      <p:sp>
        <p:nvSpPr>
          <p:cNvPr id="997" name="Google Shape;997;p94"/>
          <p:cNvSpPr txBox="1"/>
          <p:nvPr>
            <p:ph type="title"/>
          </p:nvPr>
        </p:nvSpPr>
        <p:spPr>
          <a:xfrm>
            <a:off x="1676400" y="730251"/>
            <a:ext cx="21031200"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a:p>
        </p:txBody>
      </p:sp>
      <p:sp>
        <p:nvSpPr>
          <p:cNvPr id="998" name="Google Shape;998;p94"/>
          <p:cNvSpPr txBox="1"/>
          <p:nvPr>
            <p:ph idx="1" type="body"/>
          </p:nvPr>
        </p:nvSpPr>
        <p:spPr>
          <a:xfrm>
            <a:off x="1676400" y="3651250"/>
            <a:ext cx="21031200" cy="8702676"/>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2000"/>
              </a:spcBef>
              <a:spcAft>
                <a:spcPts val="0"/>
              </a:spcAft>
              <a:buClr>
                <a:schemeClr val="dk1"/>
              </a:buClr>
              <a:buSzPts val="1800"/>
              <a:buNone/>
            </a:pPr>
            <a:r>
              <a:t/>
            </a:r>
            <a:endParaRPr/>
          </a:p>
        </p:txBody>
      </p:sp>
      <p:pic>
        <p:nvPicPr>
          <p:cNvPr id="999" name="Google Shape;999;p94"/>
          <p:cNvPicPr preferRelativeResize="0"/>
          <p:nvPr/>
        </p:nvPicPr>
        <p:blipFill rotWithShape="1">
          <a:blip r:embed="rId3">
            <a:alphaModFix/>
          </a:blip>
          <a:srcRect b="0" l="0" r="0" t="0"/>
          <a:stretch/>
        </p:blipFill>
        <p:spPr>
          <a:xfrm>
            <a:off x="3256303" y="2856941"/>
            <a:ext cx="17871394" cy="8002117"/>
          </a:xfrm>
          <a:prstGeom prst="rect">
            <a:avLst/>
          </a:prstGeom>
          <a:noFill/>
          <a:ln>
            <a:noFill/>
          </a:ln>
        </p:spPr>
      </p:pic>
      <p:sp>
        <p:nvSpPr>
          <p:cNvPr id="1000" name="Google Shape;1000;p94"/>
          <p:cNvSpPr txBox="1"/>
          <p:nvPr/>
        </p:nvSpPr>
        <p:spPr>
          <a:xfrm>
            <a:off x="11709400" y="12039600"/>
            <a:ext cx="102108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rgbClr val="000000"/>
                </a:solidFill>
                <a:latin typeface="Lato"/>
                <a:ea typeface="Lato"/>
                <a:cs typeface="Lato"/>
                <a:sym typeface="Lato"/>
              </a:rPr>
              <a:t>Esperamos a que se cree el proyecto</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0"/>
                                        </p:tgtEl>
                                        <p:attrNameLst>
                                          <p:attrName>style.visibility</p:attrName>
                                        </p:attrNameLst>
                                      </p:cBhvr>
                                      <p:to>
                                        <p:strVal val="visible"/>
                                      </p:to>
                                    </p:set>
                                    <p:animEffect filter="fade" transition="in">
                                      <p:cBhvr>
                                        <p:cTn dur="500"/>
                                        <p:tgtEl>
                                          <p:spTgt spid="10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04" name="Shape 1004"/>
        <p:cNvGrpSpPr/>
        <p:nvPr/>
      </p:nvGrpSpPr>
      <p:grpSpPr>
        <a:xfrm>
          <a:off x="0" y="0"/>
          <a:ext cx="0" cy="0"/>
          <a:chOff x="0" y="0"/>
          <a:chExt cx="0" cy="0"/>
        </a:xfrm>
      </p:grpSpPr>
      <p:sp>
        <p:nvSpPr>
          <p:cNvPr id="1005" name="Google Shape;1005;p95"/>
          <p:cNvSpPr txBox="1"/>
          <p:nvPr>
            <p:ph type="title"/>
          </p:nvPr>
        </p:nvSpPr>
        <p:spPr>
          <a:xfrm>
            <a:off x="1676400" y="730251"/>
            <a:ext cx="21031200"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a:p>
        </p:txBody>
      </p:sp>
      <p:sp>
        <p:nvSpPr>
          <p:cNvPr id="1006" name="Google Shape;1006;p95"/>
          <p:cNvSpPr txBox="1"/>
          <p:nvPr>
            <p:ph idx="1" type="body"/>
          </p:nvPr>
        </p:nvSpPr>
        <p:spPr>
          <a:xfrm>
            <a:off x="1676400" y="3651250"/>
            <a:ext cx="21031200" cy="8702676"/>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2000"/>
              </a:spcBef>
              <a:spcAft>
                <a:spcPts val="0"/>
              </a:spcAft>
              <a:buClr>
                <a:schemeClr val="dk1"/>
              </a:buClr>
              <a:buSzPts val="1800"/>
              <a:buNone/>
            </a:pPr>
            <a:r>
              <a:t/>
            </a:r>
            <a:endParaRPr/>
          </a:p>
        </p:txBody>
      </p:sp>
      <p:pic>
        <p:nvPicPr>
          <p:cNvPr id="1007" name="Google Shape;1007;p95"/>
          <p:cNvPicPr preferRelativeResize="0"/>
          <p:nvPr/>
        </p:nvPicPr>
        <p:blipFill rotWithShape="1">
          <a:blip r:embed="rId3">
            <a:alphaModFix/>
          </a:blip>
          <a:srcRect b="0" l="0" r="0" t="0"/>
          <a:stretch/>
        </p:blipFill>
        <p:spPr>
          <a:xfrm>
            <a:off x="7528861" y="3099863"/>
            <a:ext cx="9326277" cy="7516274"/>
          </a:xfrm>
          <a:prstGeom prst="rect">
            <a:avLst/>
          </a:prstGeom>
          <a:noFill/>
          <a:ln>
            <a:noFill/>
          </a:ln>
        </p:spPr>
      </p:pic>
      <p:sp>
        <p:nvSpPr>
          <p:cNvPr id="1008" name="Google Shape;1008;p95"/>
          <p:cNvSpPr txBox="1"/>
          <p:nvPr/>
        </p:nvSpPr>
        <p:spPr>
          <a:xfrm>
            <a:off x="11709400" y="12039600"/>
            <a:ext cx="102108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rgbClr val="000000"/>
                </a:solidFill>
                <a:latin typeface="Lato"/>
                <a:ea typeface="Lato"/>
                <a:cs typeface="Lato"/>
                <a:sym typeface="Lato"/>
              </a:rPr>
              <a:t>Nos aparece confirmación. Damos clic en continuar.</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8"/>
                                        </p:tgtEl>
                                        <p:attrNameLst>
                                          <p:attrName>style.visibility</p:attrName>
                                        </p:attrNameLst>
                                      </p:cBhvr>
                                      <p:to>
                                        <p:strVal val="visible"/>
                                      </p:to>
                                    </p:set>
                                    <p:animEffect filter="fade" transition="in">
                                      <p:cBhvr>
                                        <p:cTn dur="500"/>
                                        <p:tgtEl>
                                          <p:spTgt spid="10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12" name="Shape 1012"/>
        <p:cNvGrpSpPr/>
        <p:nvPr/>
      </p:nvGrpSpPr>
      <p:grpSpPr>
        <a:xfrm>
          <a:off x="0" y="0"/>
          <a:ext cx="0" cy="0"/>
          <a:chOff x="0" y="0"/>
          <a:chExt cx="0" cy="0"/>
        </a:xfrm>
      </p:grpSpPr>
      <p:sp>
        <p:nvSpPr>
          <p:cNvPr id="1013" name="Google Shape;1013;p96"/>
          <p:cNvSpPr txBox="1"/>
          <p:nvPr>
            <p:ph type="title"/>
          </p:nvPr>
        </p:nvSpPr>
        <p:spPr>
          <a:xfrm>
            <a:off x="1676400" y="730251"/>
            <a:ext cx="21031200"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a:p>
        </p:txBody>
      </p:sp>
      <p:sp>
        <p:nvSpPr>
          <p:cNvPr id="1014" name="Google Shape;1014;p96"/>
          <p:cNvSpPr txBox="1"/>
          <p:nvPr>
            <p:ph idx="1" type="body"/>
          </p:nvPr>
        </p:nvSpPr>
        <p:spPr>
          <a:xfrm>
            <a:off x="1676400" y="3651250"/>
            <a:ext cx="21031200" cy="8702676"/>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2000"/>
              </a:spcBef>
              <a:spcAft>
                <a:spcPts val="0"/>
              </a:spcAft>
              <a:buClr>
                <a:schemeClr val="dk1"/>
              </a:buClr>
              <a:buSzPts val="1800"/>
              <a:buNone/>
            </a:pPr>
            <a:r>
              <a:t/>
            </a:r>
            <a:endParaRPr/>
          </a:p>
        </p:txBody>
      </p:sp>
      <p:pic>
        <p:nvPicPr>
          <p:cNvPr id="1015" name="Google Shape;1015;p96"/>
          <p:cNvPicPr preferRelativeResize="0"/>
          <p:nvPr/>
        </p:nvPicPr>
        <p:blipFill rotWithShape="1">
          <a:blip r:embed="rId3">
            <a:alphaModFix/>
          </a:blip>
          <a:srcRect b="0" l="0" r="0" t="0"/>
          <a:stretch/>
        </p:blipFill>
        <p:spPr>
          <a:xfrm>
            <a:off x="3594487" y="2823599"/>
            <a:ext cx="17195025" cy="8068801"/>
          </a:xfrm>
          <a:prstGeom prst="rect">
            <a:avLst/>
          </a:prstGeom>
          <a:noFill/>
          <a:ln>
            <a:noFill/>
          </a:ln>
        </p:spPr>
      </p:pic>
      <p:sp>
        <p:nvSpPr>
          <p:cNvPr id="1016" name="Google Shape;1016;p96"/>
          <p:cNvSpPr txBox="1"/>
          <p:nvPr/>
        </p:nvSpPr>
        <p:spPr>
          <a:xfrm>
            <a:off x="10007600" y="12039600"/>
            <a:ext cx="1369060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rgbClr val="000000"/>
                </a:solidFill>
                <a:latin typeface="Lato"/>
                <a:ea typeface="Lato"/>
                <a:cs typeface="Lato"/>
                <a:sym typeface="Lato"/>
              </a:rPr>
              <a:t>Esta es una nube pensada muy para desarrolladores. Nosotros sólo vamos a explorar un poco para traer a nuestros entornos OLAP.  (por eso vemos Android, Ios, etc…)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6"/>
                                        </p:tgtEl>
                                        <p:attrNameLst>
                                          <p:attrName>style.visibility</p:attrName>
                                        </p:attrNameLst>
                                      </p:cBhvr>
                                      <p:to>
                                        <p:strVal val="visible"/>
                                      </p:to>
                                    </p:set>
                                    <p:animEffect filter="fade" transition="in">
                                      <p:cBhvr>
                                        <p:cTn dur="500"/>
                                        <p:tgtEl>
                                          <p:spTgt spid="10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0" name="Shape 1020"/>
        <p:cNvGrpSpPr/>
        <p:nvPr/>
      </p:nvGrpSpPr>
      <p:grpSpPr>
        <a:xfrm>
          <a:off x="0" y="0"/>
          <a:ext cx="0" cy="0"/>
          <a:chOff x="0" y="0"/>
          <a:chExt cx="0" cy="0"/>
        </a:xfrm>
      </p:grpSpPr>
      <p:sp>
        <p:nvSpPr>
          <p:cNvPr id="1021" name="Google Shape;1021;p97"/>
          <p:cNvSpPr txBox="1"/>
          <p:nvPr>
            <p:ph idx="1" type="body"/>
          </p:nvPr>
        </p:nvSpPr>
        <p:spPr>
          <a:xfrm>
            <a:off x="1676400" y="3651250"/>
            <a:ext cx="21031200" cy="8702676"/>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2000"/>
              </a:spcBef>
              <a:spcAft>
                <a:spcPts val="0"/>
              </a:spcAft>
              <a:buClr>
                <a:schemeClr val="dk1"/>
              </a:buClr>
              <a:buSzPts val="1800"/>
              <a:buNone/>
            </a:pPr>
            <a:r>
              <a:t/>
            </a:r>
            <a:endParaRPr/>
          </a:p>
        </p:txBody>
      </p:sp>
      <p:pic>
        <p:nvPicPr>
          <p:cNvPr id="1022" name="Google Shape;1022;p97"/>
          <p:cNvPicPr preferRelativeResize="0"/>
          <p:nvPr/>
        </p:nvPicPr>
        <p:blipFill rotWithShape="1">
          <a:blip r:embed="rId3">
            <a:alphaModFix/>
          </a:blip>
          <a:srcRect b="0" l="0" r="0" t="0"/>
          <a:stretch/>
        </p:blipFill>
        <p:spPr>
          <a:xfrm>
            <a:off x="3489697" y="3651250"/>
            <a:ext cx="17404604" cy="8392696"/>
          </a:xfrm>
          <a:prstGeom prst="rect">
            <a:avLst/>
          </a:prstGeom>
          <a:noFill/>
          <a:ln>
            <a:noFill/>
          </a:ln>
        </p:spPr>
      </p:pic>
      <p:sp>
        <p:nvSpPr>
          <p:cNvPr id="1023" name="Google Shape;1023;p97"/>
          <p:cNvSpPr txBox="1"/>
          <p:nvPr/>
        </p:nvSpPr>
        <p:spPr>
          <a:xfrm>
            <a:off x="4356099" y="1161824"/>
            <a:ext cx="15671800"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0" lang="es-MX" sz="4800" u="none" cap="none" strike="noStrike">
                <a:solidFill>
                  <a:srgbClr val="000000"/>
                </a:solidFill>
                <a:latin typeface="Lato"/>
                <a:ea typeface="Lato"/>
                <a:cs typeface="Lato"/>
                <a:sym typeface="Lato"/>
              </a:rPr>
              <a:t>(Paréntesis) Noten</a:t>
            </a:r>
            <a:r>
              <a:rPr b="0" i="0" lang="es-MX" sz="4800" u="none" cap="none" strike="noStrike">
                <a:solidFill>
                  <a:srgbClr val="000000"/>
                </a:solidFill>
                <a:latin typeface="Lato"/>
                <a:ea typeface="Lato"/>
                <a:cs typeface="Lato"/>
                <a:sym typeface="Lato"/>
              </a:rPr>
              <a:t>, la cantidad de servicios. Esta es la vitrina de compras. ¿Necesita autenticación? ¡Se le tiene!</a:t>
            </a:r>
            <a:endParaRPr b="0" i="0" sz="5400" u="none" cap="none" strike="noStrike">
              <a:solidFill>
                <a:srgbClr val="000000"/>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gtEl>
                                        <p:attrNameLst>
                                          <p:attrName>style.visibility</p:attrName>
                                        </p:attrNameLst>
                                      </p:cBhvr>
                                      <p:to>
                                        <p:strVal val="visible"/>
                                      </p:to>
                                    </p:set>
                                    <p:animEffect filter="fade" transition="in">
                                      <p:cBhvr>
                                        <p:cTn dur="500"/>
                                        <p:tgtEl>
                                          <p:spTgt spid="10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7" name="Shape 1027"/>
        <p:cNvGrpSpPr/>
        <p:nvPr/>
      </p:nvGrpSpPr>
      <p:grpSpPr>
        <a:xfrm>
          <a:off x="0" y="0"/>
          <a:ext cx="0" cy="0"/>
          <a:chOff x="0" y="0"/>
          <a:chExt cx="0" cy="0"/>
        </a:xfrm>
      </p:grpSpPr>
      <p:sp>
        <p:nvSpPr>
          <p:cNvPr id="1028" name="Google Shape;1028;p98"/>
          <p:cNvSpPr txBox="1"/>
          <p:nvPr>
            <p:ph idx="1" type="body"/>
          </p:nvPr>
        </p:nvSpPr>
        <p:spPr>
          <a:xfrm>
            <a:off x="1676400" y="3651250"/>
            <a:ext cx="21031200" cy="8702676"/>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2000"/>
              </a:spcBef>
              <a:spcAft>
                <a:spcPts val="0"/>
              </a:spcAft>
              <a:buClr>
                <a:schemeClr val="dk1"/>
              </a:buClr>
              <a:buSzPts val="1800"/>
              <a:buNone/>
            </a:pPr>
            <a:r>
              <a:t/>
            </a:r>
            <a:endParaRPr/>
          </a:p>
        </p:txBody>
      </p:sp>
      <p:pic>
        <p:nvPicPr>
          <p:cNvPr id="1029" name="Google Shape;1029;p98"/>
          <p:cNvPicPr preferRelativeResize="0"/>
          <p:nvPr/>
        </p:nvPicPr>
        <p:blipFill rotWithShape="1">
          <a:blip r:embed="rId3">
            <a:alphaModFix/>
          </a:blip>
          <a:srcRect b="0" l="0" r="0" t="0"/>
          <a:stretch/>
        </p:blipFill>
        <p:spPr>
          <a:xfrm>
            <a:off x="3170565" y="3651250"/>
            <a:ext cx="18042868" cy="8049748"/>
          </a:xfrm>
          <a:prstGeom prst="rect">
            <a:avLst/>
          </a:prstGeom>
          <a:noFill/>
          <a:ln>
            <a:noFill/>
          </a:ln>
        </p:spPr>
      </p:pic>
      <p:sp>
        <p:nvSpPr>
          <p:cNvPr id="1030" name="Google Shape;1030;p98"/>
          <p:cNvSpPr txBox="1"/>
          <p:nvPr/>
        </p:nvSpPr>
        <p:spPr>
          <a:xfrm>
            <a:off x="4356099" y="1161824"/>
            <a:ext cx="15671800"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0" lang="es-MX" sz="4800" u="none" cap="none" strike="noStrike">
                <a:solidFill>
                  <a:srgbClr val="000000"/>
                </a:solidFill>
                <a:latin typeface="Lato"/>
                <a:ea typeface="Lato"/>
                <a:cs typeface="Lato"/>
                <a:sym typeface="Lato"/>
              </a:rPr>
              <a:t>(Paréntesis 2) </a:t>
            </a:r>
            <a:r>
              <a:rPr b="0" i="0" lang="es-MX" sz="4800" u="none" cap="none" strike="noStrike">
                <a:solidFill>
                  <a:srgbClr val="000000"/>
                </a:solidFill>
                <a:latin typeface="Lato"/>
                <a:ea typeface="Lato"/>
                <a:cs typeface="Lato"/>
                <a:sym typeface="Lato"/>
              </a:rPr>
              <a:t>Cada nube cobra diferente, por ejemplo, en Firestore tenemos unos recursos gratis, y a partir de cierto punto se cobra </a:t>
            </a:r>
            <a:r>
              <a:rPr b="1" i="0" lang="es-MX" sz="4800" u="none" cap="none" strike="noStrike">
                <a:solidFill>
                  <a:srgbClr val="000000"/>
                </a:solidFill>
                <a:latin typeface="Lato"/>
                <a:ea typeface="Lato"/>
                <a:cs typeface="Lato"/>
                <a:sym typeface="Lato"/>
              </a:rPr>
              <a:t>por demanda</a:t>
            </a:r>
            <a:r>
              <a:rPr b="0" i="0" lang="es-MX" sz="4800" u="none" cap="none" strike="noStrike">
                <a:solidFill>
                  <a:srgbClr val="000000"/>
                </a:solidFill>
                <a:latin typeface="Lato"/>
                <a:ea typeface="Lato"/>
                <a:cs typeface="Lato"/>
                <a:sym typeface="Lato"/>
              </a:rPr>
              <a:t>.</a:t>
            </a:r>
            <a:endParaRPr b="0" i="0" sz="5400" u="none" cap="none" strike="noStrike">
              <a:solidFill>
                <a:srgbClr val="000000"/>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gtEl>
                                        <p:attrNameLst>
                                          <p:attrName>style.visibility</p:attrName>
                                        </p:attrNameLst>
                                      </p:cBhvr>
                                      <p:to>
                                        <p:strVal val="visible"/>
                                      </p:to>
                                    </p:set>
                                    <p:animEffect filter="fade" transition="in">
                                      <p:cBhvr>
                                        <p:cTn dur="500"/>
                                        <p:tgtEl>
                                          <p:spTgt spid="10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34" name="Shape 1034"/>
        <p:cNvGrpSpPr/>
        <p:nvPr/>
      </p:nvGrpSpPr>
      <p:grpSpPr>
        <a:xfrm>
          <a:off x="0" y="0"/>
          <a:ext cx="0" cy="0"/>
          <a:chOff x="0" y="0"/>
          <a:chExt cx="0" cy="0"/>
        </a:xfrm>
      </p:grpSpPr>
      <p:sp>
        <p:nvSpPr>
          <p:cNvPr id="1035" name="Google Shape;1035;p99"/>
          <p:cNvSpPr txBox="1"/>
          <p:nvPr>
            <p:ph type="title"/>
          </p:nvPr>
        </p:nvSpPr>
        <p:spPr>
          <a:xfrm>
            <a:off x="1676400" y="730251"/>
            <a:ext cx="21031200"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a:p>
        </p:txBody>
      </p:sp>
      <p:sp>
        <p:nvSpPr>
          <p:cNvPr id="1036" name="Google Shape;1036;p99"/>
          <p:cNvSpPr txBox="1"/>
          <p:nvPr>
            <p:ph idx="1" type="body"/>
          </p:nvPr>
        </p:nvSpPr>
        <p:spPr>
          <a:xfrm>
            <a:off x="1676400" y="3651250"/>
            <a:ext cx="21031200" cy="8702676"/>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2000"/>
              </a:spcBef>
              <a:spcAft>
                <a:spcPts val="0"/>
              </a:spcAft>
              <a:buClr>
                <a:schemeClr val="dk1"/>
              </a:buClr>
              <a:buSzPts val="1800"/>
              <a:buNone/>
            </a:pPr>
            <a:r>
              <a:t/>
            </a:r>
            <a:endParaRPr/>
          </a:p>
        </p:txBody>
      </p:sp>
      <p:pic>
        <p:nvPicPr>
          <p:cNvPr id="1037" name="Google Shape;1037;p99"/>
          <p:cNvPicPr preferRelativeResize="0"/>
          <p:nvPr/>
        </p:nvPicPr>
        <p:blipFill rotWithShape="1">
          <a:blip r:embed="rId3">
            <a:alphaModFix/>
          </a:blip>
          <a:srcRect b="0" l="0" r="0" t="0"/>
          <a:stretch/>
        </p:blipFill>
        <p:spPr>
          <a:xfrm>
            <a:off x="3627830" y="2718810"/>
            <a:ext cx="17128340" cy="8278380"/>
          </a:xfrm>
          <a:prstGeom prst="rect">
            <a:avLst/>
          </a:prstGeom>
          <a:noFill/>
          <a:ln>
            <a:noFill/>
          </a:ln>
        </p:spPr>
      </p:pic>
      <p:sp>
        <p:nvSpPr>
          <p:cNvPr id="1038" name="Google Shape;1038;p99"/>
          <p:cNvSpPr txBox="1"/>
          <p:nvPr/>
        </p:nvSpPr>
        <p:spPr>
          <a:xfrm>
            <a:off x="11709400" y="12039600"/>
            <a:ext cx="1021080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rgbClr val="000000"/>
                </a:solidFill>
                <a:latin typeface="Lato"/>
                <a:ea typeface="Lato"/>
                <a:cs typeface="Lato"/>
                <a:sym typeface="Lato"/>
              </a:rPr>
              <a:t>Abajito buscamos el recurso Firestore, y le decimos que queremos “llevarnos ese para la casa”</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8"/>
                                        </p:tgtEl>
                                        <p:attrNameLst>
                                          <p:attrName>style.visibility</p:attrName>
                                        </p:attrNameLst>
                                      </p:cBhvr>
                                      <p:to>
                                        <p:strVal val="visible"/>
                                      </p:to>
                                    </p:set>
                                    <p:animEffect filter="fade" transition="in">
                                      <p:cBhvr>
                                        <p:cTn dur="500"/>
                                        <p:tgtEl>
                                          <p:spTgt spid="10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42" name="Shape 1042"/>
        <p:cNvGrpSpPr/>
        <p:nvPr/>
      </p:nvGrpSpPr>
      <p:grpSpPr>
        <a:xfrm>
          <a:off x="0" y="0"/>
          <a:ext cx="0" cy="0"/>
          <a:chOff x="0" y="0"/>
          <a:chExt cx="0" cy="0"/>
        </a:xfrm>
      </p:grpSpPr>
      <p:sp>
        <p:nvSpPr>
          <p:cNvPr id="1043" name="Google Shape;1043;p100"/>
          <p:cNvSpPr txBox="1"/>
          <p:nvPr>
            <p:ph type="title"/>
          </p:nvPr>
        </p:nvSpPr>
        <p:spPr>
          <a:xfrm>
            <a:off x="1676400" y="730251"/>
            <a:ext cx="21031200"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a:p>
        </p:txBody>
      </p:sp>
      <p:sp>
        <p:nvSpPr>
          <p:cNvPr id="1044" name="Google Shape;1044;p100"/>
          <p:cNvSpPr txBox="1"/>
          <p:nvPr>
            <p:ph idx="1" type="body"/>
          </p:nvPr>
        </p:nvSpPr>
        <p:spPr>
          <a:xfrm>
            <a:off x="1676400" y="3651250"/>
            <a:ext cx="21031200" cy="8702676"/>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2000"/>
              </a:spcBef>
              <a:spcAft>
                <a:spcPts val="0"/>
              </a:spcAft>
              <a:buClr>
                <a:schemeClr val="dk1"/>
              </a:buClr>
              <a:buSzPts val="1800"/>
              <a:buNone/>
            </a:pPr>
            <a:r>
              <a:t/>
            </a:r>
            <a:endParaRPr/>
          </a:p>
        </p:txBody>
      </p:sp>
      <p:pic>
        <p:nvPicPr>
          <p:cNvPr id="1045" name="Google Shape;1045;p100"/>
          <p:cNvPicPr preferRelativeResize="0"/>
          <p:nvPr/>
        </p:nvPicPr>
        <p:blipFill rotWithShape="1">
          <a:blip r:embed="rId3">
            <a:alphaModFix/>
          </a:blip>
          <a:srcRect b="0" l="0" r="0" t="0"/>
          <a:stretch/>
        </p:blipFill>
        <p:spPr>
          <a:xfrm>
            <a:off x="3599251" y="2809310"/>
            <a:ext cx="17185498" cy="8097380"/>
          </a:xfrm>
          <a:prstGeom prst="rect">
            <a:avLst/>
          </a:prstGeom>
          <a:noFill/>
          <a:ln>
            <a:noFill/>
          </a:ln>
        </p:spPr>
      </p:pic>
      <p:sp>
        <p:nvSpPr>
          <p:cNvPr id="1046" name="Google Shape;1046;p100"/>
          <p:cNvSpPr txBox="1"/>
          <p:nvPr/>
        </p:nvSpPr>
        <p:spPr>
          <a:xfrm>
            <a:off x="11709400" y="12039600"/>
            <a:ext cx="102108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rgbClr val="000000"/>
                </a:solidFill>
                <a:latin typeface="Lato"/>
                <a:ea typeface="Lato"/>
                <a:cs typeface="Lato"/>
                <a:sym typeface="Lato"/>
              </a:rPr>
              <a:t>La primera vez nos lo ofrecen. Vamos a Crear base de datos.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gtEl>
                                        <p:attrNameLst>
                                          <p:attrName>style.visibility</p:attrName>
                                        </p:attrNameLst>
                                      </p:cBhvr>
                                      <p:to>
                                        <p:strVal val="visible"/>
                                      </p:to>
                                    </p:set>
                                    <p:animEffect filter="fade" transition="in">
                                      <p:cBhvr>
                                        <p:cTn dur="500"/>
                                        <p:tgtEl>
                                          <p:spTgt spid="10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50" name="Shape 1050"/>
        <p:cNvGrpSpPr/>
        <p:nvPr/>
      </p:nvGrpSpPr>
      <p:grpSpPr>
        <a:xfrm>
          <a:off x="0" y="0"/>
          <a:ext cx="0" cy="0"/>
          <a:chOff x="0" y="0"/>
          <a:chExt cx="0" cy="0"/>
        </a:xfrm>
      </p:grpSpPr>
      <p:sp>
        <p:nvSpPr>
          <p:cNvPr id="1051" name="Google Shape;1051;p101"/>
          <p:cNvSpPr txBox="1"/>
          <p:nvPr>
            <p:ph type="title"/>
          </p:nvPr>
        </p:nvSpPr>
        <p:spPr>
          <a:xfrm>
            <a:off x="1676400" y="730251"/>
            <a:ext cx="21031200"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a:p>
        </p:txBody>
      </p:sp>
      <p:sp>
        <p:nvSpPr>
          <p:cNvPr id="1052" name="Google Shape;1052;p101"/>
          <p:cNvSpPr txBox="1"/>
          <p:nvPr>
            <p:ph idx="1" type="body"/>
          </p:nvPr>
        </p:nvSpPr>
        <p:spPr>
          <a:xfrm>
            <a:off x="1676400" y="3651250"/>
            <a:ext cx="21031200" cy="8702676"/>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2000"/>
              </a:spcBef>
              <a:spcAft>
                <a:spcPts val="0"/>
              </a:spcAft>
              <a:buClr>
                <a:schemeClr val="dk1"/>
              </a:buClr>
              <a:buSzPts val="1800"/>
              <a:buNone/>
            </a:pPr>
            <a:r>
              <a:t/>
            </a:r>
            <a:endParaRPr/>
          </a:p>
        </p:txBody>
      </p:sp>
      <p:pic>
        <p:nvPicPr>
          <p:cNvPr id="1053" name="Google Shape;1053;p101"/>
          <p:cNvPicPr preferRelativeResize="0"/>
          <p:nvPr/>
        </p:nvPicPr>
        <p:blipFill rotWithShape="1">
          <a:blip r:embed="rId3">
            <a:alphaModFix/>
          </a:blip>
          <a:srcRect b="0" l="0" r="0" t="0"/>
          <a:stretch/>
        </p:blipFill>
        <p:spPr>
          <a:xfrm>
            <a:off x="6123728" y="2823599"/>
            <a:ext cx="12136544" cy="8068801"/>
          </a:xfrm>
          <a:prstGeom prst="rect">
            <a:avLst/>
          </a:prstGeom>
          <a:noFill/>
          <a:ln>
            <a:noFill/>
          </a:ln>
        </p:spPr>
      </p:pic>
      <p:sp>
        <p:nvSpPr>
          <p:cNvPr id="1054" name="Google Shape;1054;p101"/>
          <p:cNvSpPr txBox="1"/>
          <p:nvPr/>
        </p:nvSpPr>
        <p:spPr>
          <a:xfrm>
            <a:off x="11709400" y="12039600"/>
            <a:ext cx="1021080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rgbClr val="000000"/>
                </a:solidFill>
                <a:latin typeface="Lato"/>
                <a:ea typeface="Lato"/>
                <a:cs typeface="Lato"/>
                <a:sym typeface="Lato"/>
              </a:rPr>
              <a:t>Indicamos nombre y región (en nube por lo general si tengo varios recursos, procuro que todos queden en la misma región)</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4"/>
                                        </p:tgtEl>
                                        <p:attrNameLst>
                                          <p:attrName>style.visibility</p:attrName>
                                        </p:attrNameLst>
                                      </p:cBhvr>
                                      <p:to>
                                        <p:strVal val="visible"/>
                                      </p:to>
                                    </p:set>
                                    <p:animEffect filter="fade" transition="in">
                                      <p:cBhvr>
                                        <p:cTn dur="500"/>
                                        <p:tgtEl>
                                          <p:spTgt spid="10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58" name="Shape 1058"/>
        <p:cNvGrpSpPr/>
        <p:nvPr/>
      </p:nvGrpSpPr>
      <p:grpSpPr>
        <a:xfrm>
          <a:off x="0" y="0"/>
          <a:ext cx="0" cy="0"/>
          <a:chOff x="0" y="0"/>
          <a:chExt cx="0" cy="0"/>
        </a:xfrm>
      </p:grpSpPr>
      <p:sp>
        <p:nvSpPr>
          <p:cNvPr id="1059" name="Google Shape;1059;p102"/>
          <p:cNvSpPr txBox="1"/>
          <p:nvPr>
            <p:ph type="title"/>
          </p:nvPr>
        </p:nvSpPr>
        <p:spPr>
          <a:xfrm>
            <a:off x="1676400" y="730251"/>
            <a:ext cx="21031200"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a:p>
        </p:txBody>
      </p:sp>
      <p:sp>
        <p:nvSpPr>
          <p:cNvPr id="1060" name="Google Shape;1060;p102"/>
          <p:cNvSpPr txBox="1"/>
          <p:nvPr>
            <p:ph idx="1" type="body"/>
          </p:nvPr>
        </p:nvSpPr>
        <p:spPr>
          <a:xfrm>
            <a:off x="1676400" y="3651250"/>
            <a:ext cx="21031200" cy="8702676"/>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2000"/>
              </a:spcBef>
              <a:spcAft>
                <a:spcPts val="0"/>
              </a:spcAft>
              <a:buClr>
                <a:schemeClr val="dk1"/>
              </a:buClr>
              <a:buSzPts val="1800"/>
              <a:buNone/>
            </a:pPr>
            <a:r>
              <a:t/>
            </a:r>
            <a:endParaRPr/>
          </a:p>
        </p:txBody>
      </p:sp>
      <p:pic>
        <p:nvPicPr>
          <p:cNvPr id="1061" name="Google Shape;1061;p102"/>
          <p:cNvPicPr preferRelativeResize="0"/>
          <p:nvPr/>
        </p:nvPicPr>
        <p:blipFill rotWithShape="1">
          <a:blip r:embed="rId3">
            <a:alphaModFix/>
          </a:blip>
          <a:srcRect b="0" l="0" r="0" t="0"/>
          <a:stretch/>
        </p:blipFill>
        <p:spPr>
          <a:xfrm>
            <a:off x="6114202" y="2837889"/>
            <a:ext cx="12155596" cy="8040222"/>
          </a:xfrm>
          <a:prstGeom prst="rect">
            <a:avLst/>
          </a:prstGeom>
          <a:noFill/>
          <a:ln>
            <a:noFill/>
          </a:ln>
        </p:spPr>
      </p:pic>
      <p:sp>
        <p:nvSpPr>
          <p:cNvPr id="1062" name="Google Shape;1062;p102"/>
          <p:cNvSpPr txBox="1"/>
          <p:nvPr/>
        </p:nvSpPr>
        <p:spPr>
          <a:xfrm>
            <a:off x="11709400" y="12039600"/>
            <a:ext cx="1021080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rgbClr val="000000"/>
                </a:solidFill>
                <a:latin typeface="Lato"/>
                <a:ea typeface="Lato"/>
                <a:cs typeface="Lato"/>
                <a:sym typeface="Lato"/>
              </a:rPr>
              <a:t>Podemos indicar modo pruebas para que nos deje escribir con libertad.</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2"/>
                                        </p:tgtEl>
                                        <p:attrNameLst>
                                          <p:attrName>style.visibility</p:attrName>
                                        </p:attrNameLst>
                                      </p:cBhvr>
                                      <p:to>
                                        <p:strVal val="visible"/>
                                      </p:to>
                                    </p:set>
                                    <p:animEffect filter="fade" transition="in">
                                      <p:cBhvr>
                                        <p:cTn dur="500"/>
                                        <p:tgtEl>
                                          <p:spTgt spid="10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66" name="Shape 1066"/>
        <p:cNvGrpSpPr/>
        <p:nvPr/>
      </p:nvGrpSpPr>
      <p:grpSpPr>
        <a:xfrm>
          <a:off x="0" y="0"/>
          <a:ext cx="0" cy="0"/>
          <a:chOff x="0" y="0"/>
          <a:chExt cx="0" cy="0"/>
        </a:xfrm>
      </p:grpSpPr>
      <p:sp>
        <p:nvSpPr>
          <p:cNvPr id="1067" name="Google Shape;1067;p103"/>
          <p:cNvSpPr txBox="1"/>
          <p:nvPr>
            <p:ph type="title"/>
          </p:nvPr>
        </p:nvSpPr>
        <p:spPr>
          <a:xfrm>
            <a:off x="1676400" y="730251"/>
            <a:ext cx="21031200"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a:p>
        </p:txBody>
      </p:sp>
      <p:sp>
        <p:nvSpPr>
          <p:cNvPr id="1068" name="Google Shape;1068;p103"/>
          <p:cNvSpPr txBox="1"/>
          <p:nvPr>
            <p:ph idx="1" type="body"/>
          </p:nvPr>
        </p:nvSpPr>
        <p:spPr>
          <a:xfrm>
            <a:off x="1676400" y="3651250"/>
            <a:ext cx="21031200" cy="8702676"/>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2000"/>
              </a:spcBef>
              <a:spcAft>
                <a:spcPts val="0"/>
              </a:spcAft>
              <a:buClr>
                <a:schemeClr val="dk1"/>
              </a:buClr>
              <a:buSzPts val="1800"/>
              <a:buNone/>
            </a:pPr>
            <a:r>
              <a:t/>
            </a:r>
            <a:endParaRPr/>
          </a:p>
        </p:txBody>
      </p:sp>
      <p:pic>
        <p:nvPicPr>
          <p:cNvPr id="1069" name="Google Shape;1069;p103"/>
          <p:cNvPicPr preferRelativeResize="0"/>
          <p:nvPr/>
        </p:nvPicPr>
        <p:blipFill rotWithShape="1">
          <a:blip r:embed="rId3">
            <a:alphaModFix/>
          </a:blip>
          <a:srcRect b="0" l="0" r="0" t="0"/>
          <a:stretch/>
        </p:blipFill>
        <p:spPr>
          <a:xfrm>
            <a:off x="6152307" y="2847415"/>
            <a:ext cx="12079386" cy="8021169"/>
          </a:xfrm>
          <a:prstGeom prst="rect">
            <a:avLst/>
          </a:prstGeom>
          <a:noFill/>
          <a:ln>
            <a:noFill/>
          </a:ln>
        </p:spPr>
      </p:pic>
      <p:sp>
        <p:nvSpPr>
          <p:cNvPr id="1070" name="Google Shape;1070;p103"/>
          <p:cNvSpPr txBox="1"/>
          <p:nvPr/>
        </p:nvSpPr>
        <p:spPr>
          <a:xfrm>
            <a:off x="11709400" y="12039600"/>
            <a:ext cx="102108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rgbClr val="000000"/>
                </a:solidFill>
                <a:latin typeface="Lato"/>
                <a:ea typeface="Lato"/>
                <a:cs typeface="Lato"/>
                <a:sym typeface="Lato"/>
              </a:rPr>
              <a:t>Esperamos a que se aprovisione el recurso.</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0"/>
                                        </p:tgtEl>
                                        <p:attrNameLst>
                                          <p:attrName>style.visibility</p:attrName>
                                        </p:attrNameLst>
                                      </p:cBhvr>
                                      <p:to>
                                        <p:strVal val="visible"/>
                                      </p:to>
                                    </p:set>
                                    <p:animEffect filter="fade" transition="in">
                                      <p:cBhvr>
                                        <p:cTn dur="500"/>
                                        <p:tgtEl>
                                          <p:spTgt spid="10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74" name="Shape 1074"/>
        <p:cNvGrpSpPr/>
        <p:nvPr/>
      </p:nvGrpSpPr>
      <p:grpSpPr>
        <a:xfrm>
          <a:off x="0" y="0"/>
          <a:ext cx="0" cy="0"/>
          <a:chOff x="0" y="0"/>
          <a:chExt cx="0" cy="0"/>
        </a:xfrm>
      </p:grpSpPr>
      <p:sp>
        <p:nvSpPr>
          <p:cNvPr id="1075" name="Google Shape;1075;p104"/>
          <p:cNvSpPr txBox="1"/>
          <p:nvPr>
            <p:ph type="title"/>
          </p:nvPr>
        </p:nvSpPr>
        <p:spPr>
          <a:xfrm>
            <a:off x="1676400" y="730251"/>
            <a:ext cx="21031200"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a:p>
        </p:txBody>
      </p:sp>
      <p:sp>
        <p:nvSpPr>
          <p:cNvPr id="1076" name="Google Shape;1076;p104"/>
          <p:cNvSpPr txBox="1"/>
          <p:nvPr>
            <p:ph idx="1" type="body"/>
          </p:nvPr>
        </p:nvSpPr>
        <p:spPr>
          <a:xfrm>
            <a:off x="1676400" y="3651250"/>
            <a:ext cx="21031200" cy="8702676"/>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2000"/>
              </a:spcBef>
              <a:spcAft>
                <a:spcPts val="0"/>
              </a:spcAft>
              <a:buClr>
                <a:schemeClr val="dk1"/>
              </a:buClr>
              <a:buSzPts val="1800"/>
              <a:buNone/>
            </a:pPr>
            <a:r>
              <a:t/>
            </a:r>
            <a:endParaRPr/>
          </a:p>
        </p:txBody>
      </p:sp>
      <p:pic>
        <p:nvPicPr>
          <p:cNvPr id="1077" name="Google Shape;1077;p104"/>
          <p:cNvPicPr preferRelativeResize="0"/>
          <p:nvPr/>
        </p:nvPicPr>
        <p:blipFill rotWithShape="1">
          <a:blip r:embed="rId3">
            <a:alphaModFix/>
          </a:blip>
          <a:srcRect b="0" l="0" r="0" t="0"/>
          <a:stretch/>
        </p:blipFill>
        <p:spPr>
          <a:xfrm>
            <a:off x="3542093" y="2799783"/>
            <a:ext cx="17299814" cy="8116433"/>
          </a:xfrm>
          <a:prstGeom prst="rect">
            <a:avLst/>
          </a:prstGeom>
          <a:noFill/>
          <a:ln>
            <a:noFill/>
          </a:ln>
        </p:spPr>
      </p:pic>
      <p:sp>
        <p:nvSpPr>
          <p:cNvPr id="1078" name="Google Shape;1078;p104"/>
          <p:cNvSpPr txBox="1"/>
          <p:nvPr/>
        </p:nvSpPr>
        <p:spPr>
          <a:xfrm>
            <a:off x="11709400" y="12039600"/>
            <a:ext cx="1021080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rgbClr val="000000"/>
                </a:solidFill>
                <a:latin typeface="Lato"/>
                <a:ea typeface="Lato"/>
                <a:cs typeface="Lato"/>
                <a:sym typeface="Lato"/>
              </a:rPr>
              <a:t>Ya tenemos el recurso! Ver panel de la izquierda donde dice “Accesos directos a proyectos”. Podemos crear colecciones.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8"/>
                                        </p:tgtEl>
                                        <p:attrNameLst>
                                          <p:attrName>style.visibility</p:attrName>
                                        </p:attrNameLst>
                                      </p:cBhvr>
                                      <p:to>
                                        <p:strVal val="visible"/>
                                      </p:to>
                                    </p:set>
                                    <p:animEffect filter="fade" transition="in">
                                      <p:cBhvr>
                                        <p:cTn dur="500"/>
                                        <p:tgtEl>
                                          <p:spTgt spid="10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82" name="Shape 1082"/>
        <p:cNvGrpSpPr/>
        <p:nvPr/>
      </p:nvGrpSpPr>
      <p:grpSpPr>
        <a:xfrm>
          <a:off x="0" y="0"/>
          <a:ext cx="0" cy="0"/>
          <a:chOff x="0" y="0"/>
          <a:chExt cx="0" cy="0"/>
        </a:xfrm>
      </p:grpSpPr>
      <p:sp>
        <p:nvSpPr>
          <p:cNvPr id="1083" name="Google Shape;1083;p105"/>
          <p:cNvSpPr txBox="1"/>
          <p:nvPr>
            <p:ph type="title"/>
          </p:nvPr>
        </p:nvSpPr>
        <p:spPr>
          <a:xfrm>
            <a:off x="1676400" y="730251"/>
            <a:ext cx="21031200" cy="26511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a:p>
        </p:txBody>
      </p:sp>
      <p:sp>
        <p:nvSpPr>
          <p:cNvPr id="1084" name="Google Shape;1084;p105"/>
          <p:cNvSpPr txBox="1"/>
          <p:nvPr>
            <p:ph idx="1" type="body"/>
          </p:nvPr>
        </p:nvSpPr>
        <p:spPr>
          <a:xfrm>
            <a:off x="1676400" y="3651250"/>
            <a:ext cx="21031200" cy="8702676"/>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2000"/>
              </a:spcBef>
              <a:spcAft>
                <a:spcPts val="0"/>
              </a:spcAft>
              <a:buClr>
                <a:schemeClr val="dk1"/>
              </a:buClr>
              <a:buSzPts val="1800"/>
              <a:buNone/>
            </a:pPr>
            <a:r>
              <a:t/>
            </a:r>
            <a:endParaRPr/>
          </a:p>
        </p:txBody>
      </p:sp>
      <p:pic>
        <p:nvPicPr>
          <p:cNvPr id="1085" name="Google Shape;1085;p105"/>
          <p:cNvPicPr preferRelativeResize="0"/>
          <p:nvPr/>
        </p:nvPicPr>
        <p:blipFill rotWithShape="1">
          <a:blip r:embed="rId3">
            <a:alphaModFix/>
          </a:blip>
          <a:srcRect b="0" l="0" r="0" t="0"/>
          <a:stretch/>
        </p:blipFill>
        <p:spPr>
          <a:xfrm>
            <a:off x="7128756" y="2833126"/>
            <a:ext cx="10126488" cy="8049748"/>
          </a:xfrm>
          <a:prstGeom prst="rect">
            <a:avLst/>
          </a:prstGeom>
          <a:noFill/>
          <a:ln>
            <a:noFill/>
          </a:ln>
        </p:spPr>
      </p:pic>
      <p:sp>
        <p:nvSpPr>
          <p:cNvPr id="1086" name="Google Shape;1086;p105"/>
          <p:cNvSpPr txBox="1"/>
          <p:nvPr/>
        </p:nvSpPr>
        <p:spPr>
          <a:xfrm>
            <a:off x="11709400" y="12039600"/>
            <a:ext cx="102108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rgbClr val="000000"/>
                </a:solidFill>
                <a:latin typeface="Lato"/>
                <a:ea typeface="Lato"/>
                <a:cs typeface="Lato"/>
                <a:sym typeface="Lato"/>
              </a:rPr>
              <a:t>El id puede ser nuestro o el automático único.</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6"/>
                                        </p:tgtEl>
                                        <p:attrNameLst>
                                          <p:attrName>style.visibility</p:attrName>
                                        </p:attrNameLst>
                                      </p:cBhvr>
                                      <p:to>
                                        <p:strVal val="visible"/>
                                      </p:to>
                                    </p:set>
                                    <p:animEffect filter="fade" transition="in">
                                      <p:cBhvr>
                                        <p:cTn dur="500"/>
                                        <p:tgtEl>
                                          <p:spTgt spid="10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90" name="Shape 1090"/>
        <p:cNvGrpSpPr/>
        <p:nvPr/>
      </p:nvGrpSpPr>
      <p:grpSpPr>
        <a:xfrm>
          <a:off x="0" y="0"/>
          <a:ext cx="0" cy="0"/>
          <a:chOff x="0" y="0"/>
          <a:chExt cx="0" cy="0"/>
        </a:xfrm>
      </p:grpSpPr>
      <p:sp>
        <p:nvSpPr>
          <p:cNvPr id="1091" name="Google Shape;1091;p106"/>
          <p:cNvSpPr txBox="1"/>
          <p:nvPr>
            <p:ph idx="1" type="body"/>
          </p:nvPr>
        </p:nvSpPr>
        <p:spPr>
          <a:xfrm>
            <a:off x="1676400" y="3651250"/>
            <a:ext cx="21031200" cy="8702676"/>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2000"/>
              </a:spcBef>
              <a:spcAft>
                <a:spcPts val="0"/>
              </a:spcAft>
              <a:buClr>
                <a:schemeClr val="dk1"/>
              </a:buClr>
              <a:buSzPts val="1800"/>
              <a:buNone/>
            </a:pPr>
            <a:r>
              <a:t/>
            </a:r>
            <a:endParaRPr/>
          </a:p>
        </p:txBody>
      </p:sp>
      <p:pic>
        <p:nvPicPr>
          <p:cNvPr id="1092" name="Google Shape;1092;p106"/>
          <p:cNvPicPr preferRelativeResize="0"/>
          <p:nvPr/>
        </p:nvPicPr>
        <p:blipFill rotWithShape="1">
          <a:blip r:embed="rId3">
            <a:alphaModFix/>
          </a:blip>
          <a:srcRect b="0" l="0" r="0" t="0"/>
          <a:stretch/>
        </p:blipFill>
        <p:spPr>
          <a:xfrm>
            <a:off x="5542622" y="3095100"/>
            <a:ext cx="13298756" cy="7525800"/>
          </a:xfrm>
          <a:prstGeom prst="rect">
            <a:avLst/>
          </a:prstGeom>
          <a:noFill/>
          <a:ln>
            <a:noFill/>
          </a:ln>
        </p:spPr>
      </p:pic>
      <p:sp>
        <p:nvSpPr>
          <p:cNvPr id="1093" name="Google Shape;1093;p106"/>
          <p:cNvSpPr txBox="1"/>
          <p:nvPr/>
        </p:nvSpPr>
        <p:spPr>
          <a:xfrm>
            <a:off x="4356099" y="1161824"/>
            <a:ext cx="15671800"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s-MX" sz="4800" u="none" cap="none" strike="noStrike">
                <a:solidFill>
                  <a:srgbClr val="000000"/>
                </a:solidFill>
                <a:latin typeface="Lato"/>
                <a:ea typeface="Lato"/>
                <a:cs typeface="Lato"/>
                <a:sym typeface="Lato"/>
              </a:rPr>
              <a:t>Firestore es una base indexada. </a:t>
            </a:r>
            <a:r>
              <a:rPr b="1" i="0" lang="es-MX" sz="4800" u="none" cap="none" strike="noStrike">
                <a:solidFill>
                  <a:srgbClr val="C00000"/>
                </a:solidFill>
                <a:latin typeface="Lato"/>
                <a:ea typeface="Lato"/>
                <a:cs typeface="Lato"/>
                <a:sym typeface="Lato"/>
              </a:rPr>
              <a:t>¡Tomen 3 minutos para crear una colección de documentos!</a:t>
            </a:r>
            <a:endParaRPr b="1" i="0" sz="5400" u="none" cap="none" strike="noStrike">
              <a:solidFill>
                <a:srgbClr val="C00000"/>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3"/>
                                        </p:tgtEl>
                                        <p:attrNameLst>
                                          <p:attrName>style.visibility</p:attrName>
                                        </p:attrNameLst>
                                      </p:cBhvr>
                                      <p:to>
                                        <p:strVal val="visible"/>
                                      </p:to>
                                    </p:set>
                                    <p:animEffect filter="fade" transition="in">
                                      <p:cBhvr>
                                        <p:cTn dur="500"/>
                                        <p:tgtEl>
                                          <p:spTgt spid="10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97" name="Shape 1097"/>
        <p:cNvGrpSpPr/>
        <p:nvPr/>
      </p:nvGrpSpPr>
      <p:grpSpPr>
        <a:xfrm>
          <a:off x="0" y="0"/>
          <a:ext cx="0" cy="0"/>
          <a:chOff x="0" y="0"/>
          <a:chExt cx="0" cy="0"/>
        </a:xfrm>
      </p:grpSpPr>
      <p:sp>
        <p:nvSpPr>
          <p:cNvPr id="1098" name="Google Shape;1098;p107"/>
          <p:cNvSpPr txBox="1"/>
          <p:nvPr>
            <p:ph idx="1" type="body"/>
          </p:nvPr>
        </p:nvSpPr>
        <p:spPr>
          <a:xfrm>
            <a:off x="1676400" y="3651250"/>
            <a:ext cx="21031200" cy="8702676"/>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2000"/>
              </a:spcBef>
              <a:spcAft>
                <a:spcPts val="0"/>
              </a:spcAft>
              <a:buClr>
                <a:schemeClr val="dk1"/>
              </a:buClr>
              <a:buSzPts val="1800"/>
              <a:buNone/>
            </a:pPr>
            <a:r>
              <a:t/>
            </a:r>
            <a:endParaRPr/>
          </a:p>
        </p:txBody>
      </p:sp>
      <p:sp>
        <p:nvSpPr>
          <p:cNvPr id="1099" name="Google Shape;1099;p107"/>
          <p:cNvSpPr txBox="1"/>
          <p:nvPr/>
        </p:nvSpPr>
        <p:spPr>
          <a:xfrm>
            <a:off x="4282744" y="425224"/>
            <a:ext cx="15671800" cy="30469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s-MX" sz="4800" u="none" cap="none" strike="noStrike">
                <a:solidFill>
                  <a:srgbClr val="000000"/>
                </a:solidFill>
                <a:latin typeface="Lato"/>
                <a:ea typeface="Lato"/>
                <a:cs typeface="Lato"/>
                <a:sym typeface="Lato"/>
              </a:rPr>
              <a:t>Noten que lo que se visualiza junto, se almacena junto. Esto implica que puedo guardar agregados como un promedio, para que cada que se consulte, no haya que recalcularlo.</a:t>
            </a:r>
            <a:endParaRPr b="0" i="0" sz="5400" u="none" cap="none" strike="noStrike">
              <a:solidFill>
                <a:srgbClr val="000000"/>
              </a:solidFill>
              <a:latin typeface="Lato"/>
              <a:ea typeface="Lato"/>
              <a:cs typeface="Lato"/>
              <a:sym typeface="Lato"/>
            </a:endParaRPr>
          </a:p>
        </p:txBody>
      </p:sp>
      <p:pic>
        <p:nvPicPr>
          <p:cNvPr id="1100" name="Google Shape;1100;p107"/>
          <p:cNvPicPr preferRelativeResize="0"/>
          <p:nvPr/>
        </p:nvPicPr>
        <p:blipFill rotWithShape="1">
          <a:blip r:embed="rId3">
            <a:alphaModFix/>
          </a:blip>
          <a:srcRect b="0" l="0" r="0" t="0"/>
          <a:stretch/>
        </p:blipFill>
        <p:spPr>
          <a:xfrm>
            <a:off x="4429453" y="3651250"/>
            <a:ext cx="15525091" cy="729023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9"/>
                                        </p:tgtEl>
                                        <p:attrNameLst>
                                          <p:attrName>style.visibility</p:attrName>
                                        </p:attrNameLst>
                                      </p:cBhvr>
                                      <p:to>
                                        <p:strVal val="visible"/>
                                      </p:to>
                                    </p:set>
                                    <p:animEffect filter="fade" transition="in">
                                      <p:cBhvr>
                                        <p:cTn dur="500"/>
                                        <p:tgtEl>
                                          <p:spTgt spid="10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05" name="Shape 1105"/>
        <p:cNvGrpSpPr/>
        <p:nvPr/>
      </p:nvGrpSpPr>
      <p:grpSpPr>
        <a:xfrm>
          <a:off x="0" y="0"/>
          <a:ext cx="0" cy="0"/>
          <a:chOff x="0" y="0"/>
          <a:chExt cx="0" cy="0"/>
        </a:xfrm>
      </p:grpSpPr>
      <p:sp>
        <p:nvSpPr>
          <p:cNvPr id="1106" name="Google Shape;1106;p35"/>
          <p:cNvSpPr txBox="1"/>
          <p:nvPr/>
        </p:nvSpPr>
        <p:spPr>
          <a:xfrm>
            <a:off x="0" y="1972749"/>
            <a:ext cx="24344812" cy="1422402"/>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0800"/>
              <a:buFont typeface="Arial"/>
              <a:buNone/>
            </a:pPr>
            <a:r>
              <a:rPr b="1" i="0" lang="es-MX" sz="10800" u="none" cap="none" strike="noStrike">
                <a:solidFill>
                  <a:srgbClr val="000000"/>
                </a:solidFill>
                <a:latin typeface="Lato"/>
                <a:ea typeface="Lato"/>
                <a:cs typeface="Lato"/>
                <a:sym typeface="Lato"/>
              </a:rPr>
              <a:t>¡Gracias!</a:t>
            </a:r>
            <a:endParaRPr b="0" i="0" sz="1400" u="none" cap="none" strike="noStrike">
              <a:solidFill>
                <a:srgbClr val="000000"/>
              </a:solidFill>
              <a:latin typeface="Arial"/>
              <a:ea typeface="Arial"/>
              <a:cs typeface="Arial"/>
              <a:sym typeface="Arial"/>
            </a:endParaRPr>
          </a:p>
        </p:txBody>
      </p:sp>
      <p:sp>
        <p:nvSpPr>
          <p:cNvPr id="1107" name="Google Shape;1107;p35"/>
          <p:cNvSpPr txBox="1"/>
          <p:nvPr/>
        </p:nvSpPr>
        <p:spPr>
          <a:xfrm>
            <a:off x="39188" y="3671888"/>
            <a:ext cx="24344812" cy="755136"/>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8B4CB"/>
              </a:buClr>
              <a:buSzPts val="5400"/>
              <a:buFont typeface="Arial"/>
              <a:buNone/>
            </a:pPr>
            <a:r>
              <a:rPr b="1" i="1" lang="es-MX" sz="5400" u="none" cap="none" strike="noStrike">
                <a:solidFill>
                  <a:srgbClr val="08B4CB"/>
                </a:solidFill>
                <a:latin typeface="Lato"/>
                <a:ea typeface="Lato"/>
                <a:cs typeface="Lato"/>
                <a:sym typeface="Lato"/>
              </a:rPr>
              <a:t>Aprendiendo juntos a lo largo de la Vida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DCO">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EDCO">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EDCO">
  <a:themeElements>
    <a:clrScheme name="Personalizados 1">
      <a:dk1>
        <a:srgbClr val="000000"/>
      </a:dk1>
      <a:lt1>
        <a:srgbClr val="FFFFFF"/>
      </a:lt1>
      <a:dk2>
        <a:srgbClr val="FCDF00"/>
      </a:dk2>
      <a:lt2>
        <a:srgbClr val="FEFFFE"/>
      </a:lt2>
      <a:accent1>
        <a:srgbClr val="08B4CB"/>
      </a:accent1>
      <a:accent2>
        <a:srgbClr val="FED300"/>
      </a:accent2>
      <a:accent3>
        <a:srgbClr val="D5D5D5"/>
      </a:accent3>
      <a:accent4>
        <a:srgbClr val="755C3A"/>
      </a:accent4>
      <a:accent5>
        <a:srgbClr val="69C8E1"/>
      </a:accent5>
      <a:accent6>
        <a:srgbClr val="FAE75E"/>
      </a:accent6>
      <a:hlink>
        <a:srgbClr val="0CB3CC"/>
      </a:hlink>
      <a:folHlink>
        <a:srgbClr val="0B96A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2019-09-16T13:50:46Z</dcterms:created>
  <dc:creator>Maria Monica Prada Ojeda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0x0101007AF031E0BC2AD748B8051164B4CCE6BE</vt:lpwstr>
  </property>
</Properties>
</file>