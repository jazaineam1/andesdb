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3716000" cx="2438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Helvetica Neu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l2g9lG0ymtafqw5/nAXmgSzqf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Lato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4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7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6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41710ae96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641710ae96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/>
              <a:t>Agregar: Celsia, Bavaria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CO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8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8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8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1"/>
          <p:cNvSpPr txBox="1"/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" type="subTitle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22" name="Google Shape;22;p4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/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4"/>
          <p:cNvSpPr txBox="1"/>
          <p:nvPr>
            <p:ph idx="1" type="body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5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" type="body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2" type="body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5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6"/>
          <p:cNvSpPr txBox="1"/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" type="body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41" name="Google Shape;41;p46"/>
          <p:cNvSpPr txBox="1"/>
          <p:nvPr>
            <p:ph idx="2" type="body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3" type="body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43" name="Google Shape;43;p46"/>
          <p:cNvSpPr txBox="1"/>
          <p:nvPr>
            <p:ph idx="4" type="body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7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7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7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9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9"/>
          <p:cNvSpPr txBox="1"/>
          <p:nvPr>
            <p:ph idx="1" type="body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350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indent="-584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2pPr>
            <a:lvl3pPr indent="-533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indent="-482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482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indent="-482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indent="-482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indent="-482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/>
        </p:txBody>
      </p:sp>
      <p:sp>
        <p:nvSpPr>
          <p:cNvPr id="59" name="Google Shape;59;p49"/>
          <p:cNvSpPr txBox="1"/>
          <p:nvPr>
            <p:ph idx="2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60" name="Google Shape;60;p4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0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0"/>
          <p:cNvSpPr/>
          <p:nvPr>
            <p:ph idx="2" type="pic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50"/>
          <p:cNvSpPr txBox="1"/>
          <p:nvPr>
            <p:ph idx="1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67" name="Google Shape;67;p50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0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0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1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" type="body"/>
          </p:nvPr>
        </p:nvSpPr>
        <p:spPr>
          <a:xfrm rot="5400000">
            <a:off x="7840662" y="-2513012"/>
            <a:ext cx="8702676" cy="210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1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2"/>
          <p:cNvSpPr txBox="1"/>
          <p:nvPr>
            <p:ph type="title"/>
          </p:nvPr>
        </p:nvSpPr>
        <p:spPr>
          <a:xfrm rot="5400000">
            <a:off x="14266862" y="3913188"/>
            <a:ext cx="11623676" cy="52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" type="body"/>
          </p:nvPr>
        </p:nvSpPr>
        <p:spPr>
          <a:xfrm rot="5400000">
            <a:off x="3598862" y="-1192212"/>
            <a:ext cx="11623676" cy="15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2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3"/>
          <p:cNvSpPr txBox="1"/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3"/>
          <p:cNvSpPr txBox="1"/>
          <p:nvPr>
            <p:ph idx="1" type="subTitle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91" name="Google Shape;91;p43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3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3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3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53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3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3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4"/>
          <p:cNvSpPr txBox="1"/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4"/>
          <p:cNvSpPr txBox="1"/>
          <p:nvPr>
            <p:ph idx="1" type="body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5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4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5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5"/>
          <p:cNvSpPr txBox="1"/>
          <p:nvPr>
            <p:ph idx="1" type="body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55"/>
          <p:cNvSpPr txBox="1"/>
          <p:nvPr>
            <p:ph idx="2" type="body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55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5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5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6"/>
          <p:cNvSpPr txBox="1"/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6"/>
          <p:cNvSpPr txBox="1"/>
          <p:nvPr>
            <p:ph idx="1" type="body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116" name="Google Shape;116;p56"/>
          <p:cNvSpPr txBox="1"/>
          <p:nvPr>
            <p:ph idx="2" type="body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56"/>
          <p:cNvSpPr txBox="1"/>
          <p:nvPr>
            <p:ph idx="3" type="body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118" name="Google Shape;118;p56"/>
          <p:cNvSpPr txBox="1"/>
          <p:nvPr>
            <p:ph idx="4" type="body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5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6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7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7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7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7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8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9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9"/>
          <p:cNvSpPr txBox="1"/>
          <p:nvPr>
            <p:ph idx="1" type="body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350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indent="-584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2pPr>
            <a:lvl3pPr indent="-533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indent="-482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482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indent="-482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indent="-482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indent="-482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/>
        </p:txBody>
      </p:sp>
      <p:sp>
        <p:nvSpPr>
          <p:cNvPr id="134" name="Google Shape;134;p59"/>
          <p:cNvSpPr txBox="1"/>
          <p:nvPr>
            <p:ph idx="2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5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9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0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0"/>
          <p:cNvSpPr/>
          <p:nvPr>
            <p:ph idx="2" type="pic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60"/>
          <p:cNvSpPr txBox="1"/>
          <p:nvPr>
            <p:ph idx="1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42" name="Google Shape;142;p60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0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0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1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1"/>
          <p:cNvSpPr txBox="1"/>
          <p:nvPr>
            <p:ph idx="1" type="body"/>
          </p:nvPr>
        </p:nvSpPr>
        <p:spPr>
          <a:xfrm rot="5400000">
            <a:off x="7840662" y="-2513012"/>
            <a:ext cx="8702676" cy="210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6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6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61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2"/>
          <p:cNvSpPr txBox="1"/>
          <p:nvPr>
            <p:ph type="title"/>
          </p:nvPr>
        </p:nvSpPr>
        <p:spPr>
          <a:xfrm rot="5400000">
            <a:off x="14266862" y="3913188"/>
            <a:ext cx="11623676" cy="52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62"/>
          <p:cNvSpPr txBox="1"/>
          <p:nvPr>
            <p:ph idx="1" type="body"/>
          </p:nvPr>
        </p:nvSpPr>
        <p:spPr>
          <a:xfrm rot="5400000">
            <a:off x="3598862" y="-1192212"/>
            <a:ext cx="11623676" cy="15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6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6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62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b="0" i="0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84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33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82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2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2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b="0" i="0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42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84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33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82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572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4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4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42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"/>
          <p:cNvSpPr/>
          <p:nvPr/>
        </p:nvSpPr>
        <p:spPr>
          <a:xfrm>
            <a:off x="0" y="9462052"/>
            <a:ext cx="16967199" cy="3697357"/>
          </a:xfrm>
          <a:prstGeom prst="rect">
            <a:avLst/>
          </a:prstGeom>
          <a:gradFill>
            <a:gsLst>
              <a:gs pos="0">
                <a:srgbClr val="000000">
                  <a:alpha val="48235"/>
                </a:srgbClr>
              </a:gs>
              <a:gs pos="61000">
                <a:srgbClr val="000000">
                  <a:alpha val="28235"/>
                </a:srgbClr>
              </a:gs>
              <a:gs pos="100000">
                <a:srgbClr val="FFFFFF">
                  <a:alpha val="17254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"/>
          <p:cNvSpPr txBox="1"/>
          <p:nvPr/>
        </p:nvSpPr>
        <p:spPr>
          <a:xfrm>
            <a:off x="411742" y="9796002"/>
            <a:ext cx="1126342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ato"/>
              <a:buNone/>
            </a:pPr>
            <a:r>
              <a:rPr b="0" i="0" lang="es-CO" sz="7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Diseño y Gestión de Bases de Datos con SQL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411753" y="12104325"/>
            <a:ext cx="1544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</a:pPr>
            <a:r>
              <a:rPr b="0" i="0" lang="es-CO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"/>
          <p:cNvSpPr txBox="1"/>
          <p:nvPr/>
        </p:nvSpPr>
        <p:spPr>
          <a:xfrm>
            <a:off x="25655451" y="1711234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24453669" y="1784386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4285669" y="2857470"/>
            <a:ext cx="9387826" cy="1026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2"/>
          <p:cNvCxnSpPr/>
          <p:nvPr/>
        </p:nvCxnSpPr>
        <p:spPr>
          <a:xfrm>
            <a:off x="3719631" y="4227369"/>
            <a:ext cx="0" cy="3640724"/>
          </a:xfrm>
          <a:prstGeom prst="straightConnector1">
            <a:avLst/>
          </a:prstGeom>
          <a:noFill/>
          <a:ln cap="flat" cmpd="sng" w="8255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p2"/>
          <p:cNvSpPr/>
          <p:nvPr/>
        </p:nvSpPr>
        <p:spPr>
          <a:xfrm>
            <a:off x="3440079" y="4898491"/>
            <a:ext cx="503867" cy="501578"/>
          </a:xfrm>
          <a:prstGeom prst="ellipse">
            <a:avLst/>
          </a:prstGeom>
          <a:solidFill>
            <a:srgbClr val="FED200"/>
          </a:solidFill>
          <a:ln cap="flat" cmpd="sng" w="12700">
            <a:solidFill>
              <a:srgbClr val="FED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4257095" y="4743343"/>
            <a:ext cx="11291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</a:pPr>
            <a:r>
              <a:rPr lang="es-CO"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Lab 1: tipos de datos Big Query y anidados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4269628" y="6826072"/>
            <a:ext cx="13055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CO" sz="4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Lab 2: Taller proyecto integrador Big</a:t>
            </a:r>
            <a:r>
              <a:rPr lang="es-CO"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Query</a:t>
            </a:r>
            <a:endParaRPr b="0" i="0" sz="4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3444547" y="7008926"/>
            <a:ext cx="504000" cy="501600"/>
          </a:xfrm>
          <a:prstGeom prst="ellipse">
            <a:avLst/>
          </a:prstGeom>
          <a:solidFill>
            <a:srgbClr val="FED200"/>
          </a:solidFill>
          <a:ln cap="flat" cmpd="sng" w="12700">
            <a:solidFill>
              <a:srgbClr val="FED2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/>
        </p:nvSpPr>
        <p:spPr>
          <a:xfrm>
            <a:off x="12588240" y="2513782"/>
            <a:ext cx="1049927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Roboto"/>
              <a:buNone/>
            </a:pPr>
            <a:r>
              <a:rPr b="0" i="0" lang="es-CO" sz="8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Laboratorios</a:t>
            </a:r>
            <a:endParaRPr b="0" i="0" sz="8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12588240" y="4364693"/>
            <a:ext cx="10499272" cy="3864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O" sz="4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Big Query</a:t>
            </a:r>
            <a:endParaRPr b="0" i="0" sz="4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/>
        </p:nvSpPr>
        <p:spPr>
          <a:xfrm>
            <a:off x="25655451" y="1711234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24453669" y="1784386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0203775" y="10042072"/>
            <a:ext cx="12896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https://www.cloudskillsboost.google/paths/420/course_templates/1304/labs/562904</a:t>
            </a:r>
            <a:endParaRPr/>
          </a:p>
        </p:txBody>
      </p:sp>
      <p:pic>
        <p:nvPicPr>
          <p:cNvPr id="189" name="Google Shape;18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98938" y="2116925"/>
            <a:ext cx="12906375" cy="602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41710ae96_0_6"/>
          <p:cNvSpPr txBox="1"/>
          <p:nvPr/>
        </p:nvSpPr>
        <p:spPr>
          <a:xfrm>
            <a:off x="25655451" y="17112343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641710ae96_0_6"/>
          <p:cNvSpPr txBox="1"/>
          <p:nvPr/>
        </p:nvSpPr>
        <p:spPr>
          <a:xfrm>
            <a:off x="24453669" y="17843863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641710ae96_0_6"/>
          <p:cNvSpPr txBox="1"/>
          <p:nvPr>
            <p:ph idx="1" type="body"/>
          </p:nvPr>
        </p:nvSpPr>
        <p:spPr>
          <a:xfrm>
            <a:off x="10203775" y="10042072"/>
            <a:ext cx="12896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https://www.cloudskillsboost.google/paths/420/course_templates/1298/labs/575654</a:t>
            </a:r>
            <a:endParaRPr/>
          </a:p>
        </p:txBody>
      </p:sp>
      <p:pic>
        <p:nvPicPr>
          <p:cNvPr id="197" name="Google Shape;197;g3641710ae96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3700" y="2795600"/>
            <a:ext cx="12896850" cy="60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/>
        </p:nvSpPr>
        <p:spPr>
          <a:xfrm>
            <a:off x="25655451" y="1711234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24453669" y="1784386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7"/>
          <p:cNvSpPr txBox="1"/>
          <p:nvPr>
            <p:ph type="title"/>
          </p:nvPr>
        </p:nvSpPr>
        <p:spPr>
          <a:xfrm>
            <a:off x="1676400" y="730251"/>
            <a:ext cx="13358037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1676400" y="3651250"/>
            <a:ext cx="13358037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/>
        </p:nvSpPr>
        <p:spPr>
          <a:xfrm>
            <a:off x="25655451" y="1711234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9"/>
          <p:cNvSpPr txBox="1"/>
          <p:nvPr/>
        </p:nvSpPr>
        <p:spPr>
          <a:xfrm>
            <a:off x="24453669" y="1784386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/>
        </p:nvSpPr>
        <p:spPr>
          <a:xfrm>
            <a:off x="25655451" y="1711234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24453669" y="1784386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idx="1" type="subTitle"/>
          </p:nvPr>
        </p:nvSpPr>
        <p:spPr>
          <a:xfrm>
            <a:off x="3089501" y="-3577919"/>
            <a:ext cx="14716126" cy="88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es-CO" sz="5400">
                <a:latin typeface="Arial"/>
                <a:ea typeface="Arial"/>
                <a:cs typeface="Arial"/>
                <a:sym typeface="Arial"/>
              </a:rPr>
              <a:t>Educación Ejecutiva</a:t>
            </a:r>
            <a:endParaRPr/>
          </a:p>
        </p:txBody>
      </p:sp>
      <p:sp>
        <p:nvSpPr>
          <p:cNvPr id="255" name="Google Shape;255;p34"/>
          <p:cNvSpPr txBox="1"/>
          <p:nvPr/>
        </p:nvSpPr>
        <p:spPr>
          <a:xfrm>
            <a:off x="1217757" y="-3110140"/>
            <a:ext cx="104029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Arial"/>
              <a:buNone/>
            </a:pPr>
            <a:r>
              <a:rPr b="0" i="1" lang="es-CO" sz="4400" u="none" cap="small" strike="noStrike">
                <a:solidFill>
                  <a:srgbClr val="833C0B"/>
                </a:solidFill>
                <a:latin typeface="Arial"/>
                <a:ea typeface="Arial"/>
                <a:cs typeface="Arial"/>
                <a:sym typeface="Arial"/>
              </a:rPr>
              <a:t>Transforma</a:t>
            </a:r>
            <a:r>
              <a:rPr b="0" i="1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manera como ves el mundo, porque es la clave para cambiarlo.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4"/>
          <p:cNvSpPr txBox="1"/>
          <p:nvPr/>
        </p:nvSpPr>
        <p:spPr>
          <a:xfrm>
            <a:off x="1217757" y="1595657"/>
            <a:ext cx="9792867" cy="1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b="1" i="0" lang="es-CO" sz="96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1661312" y="2900757"/>
            <a:ext cx="951584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ato"/>
              <a:buNone/>
            </a:pPr>
            <a:r>
              <a:rPr b="1" i="1" lang="es-CO" sz="40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Aprendiendo juntos a lo largo de la vida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2104867" y="5086350"/>
            <a:ext cx="1295558" cy="1000125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/>
        </p:nvSpPr>
        <p:spPr>
          <a:xfrm>
            <a:off x="0" y="1972749"/>
            <a:ext cx="24344812" cy="1422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0"/>
              <a:buFont typeface="Arial"/>
              <a:buNone/>
            </a:pPr>
            <a:r>
              <a:rPr b="1" i="0" lang="es-CO" sz="10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5"/>
          <p:cNvSpPr txBox="1"/>
          <p:nvPr/>
        </p:nvSpPr>
        <p:spPr>
          <a:xfrm>
            <a:off x="39188" y="3671888"/>
            <a:ext cx="24344812" cy="755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B4CB"/>
              </a:buClr>
              <a:buSzPts val="5400"/>
              <a:buFont typeface="Arial"/>
              <a:buNone/>
            </a:pPr>
            <a:r>
              <a:rPr b="1" i="1" lang="es-CO" sz="5400" u="none" cap="none" strike="noStrike">
                <a:solidFill>
                  <a:srgbClr val="08B4CB"/>
                </a:solidFill>
                <a:latin typeface="Lato"/>
                <a:ea typeface="Lato"/>
                <a:cs typeface="Lato"/>
                <a:sym typeface="Lato"/>
              </a:rPr>
              <a:t>Aprendiendo juntos a lo largo de la Vida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DC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EDCO">
  <a:themeElements>
    <a:clrScheme name="Personalizados 1">
      <a:dk1>
        <a:srgbClr val="000000"/>
      </a:dk1>
      <a:lt1>
        <a:srgbClr val="FFFFFF"/>
      </a:lt1>
      <a:dk2>
        <a:srgbClr val="FCDF00"/>
      </a:dk2>
      <a:lt2>
        <a:srgbClr val="FEFFFE"/>
      </a:lt2>
      <a:accent1>
        <a:srgbClr val="08B4CB"/>
      </a:accent1>
      <a:accent2>
        <a:srgbClr val="FED300"/>
      </a:accent2>
      <a:accent3>
        <a:srgbClr val="D5D5D5"/>
      </a:accent3>
      <a:accent4>
        <a:srgbClr val="755C3A"/>
      </a:accent4>
      <a:accent5>
        <a:srgbClr val="69C8E1"/>
      </a:accent5>
      <a:accent6>
        <a:srgbClr val="FAE75E"/>
      </a:accent6>
      <a:hlink>
        <a:srgbClr val="0CB3CC"/>
      </a:hlink>
      <a:folHlink>
        <a:srgbClr val="0B96A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2019-09-16T13:50:46Z</dcterms:created>
  <dc:creator>Maria Monica Prada Ojeda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0x0101007AF031E0BC2AD748B8051164B4CCE6BE</vt:lpwstr>
  </property>
</Properties>
</file>